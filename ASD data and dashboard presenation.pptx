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sldIdLst>
    <p:sldId id="267" r:id="rId5"/>
    <p:sldId id="268" r:id="rId6"/>
    <p:sldId id="282" r:id="rId7"/>
    <p:sldId id="290" r:id="rId8"/>
    <p:sldId id="288" r:id="rId9"/>
    <p:sldId id="273" r:id="rId10"/>
    <p:sldId id="291" r:id="rId11"/>
    <p:sldId id="281" r:id="rId12"/>
    <p:sldId id="292" r:id="rId13"/>
    <p:sldId id="287" r:id="rId14"/>
    <p:sldId id="293" r:id="rId15"/>
    <p:sldId id="275"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1EE"/>
    <a:srgbClr val="B9C8D9"/>
    <a:srgbClr val="0F297F"/>
    <a:srgbClr val="FFD4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16F58C-D837-4FFA-A02F-5761E274A10B}" v="1" dt="2026-08-23T17:47:56.143"/>
  </p1510:revLst>
</p1510:revInfo>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081"/>
  </p:normalViewPr>
  <p:slideViewPr>
    <p:cSldViewPr snapToGrid="0" snapToObjects="1">
      <p:cViewPr varScale="1">
        <p:scale>
          <a:sx n="93" d="100"/>
          <a:sy n="93" d="100"/>
        </p:scale>
        <p:origin x="544" y="5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jd als" userId="f61578d41615bedc" providerId="LiveId" clId="{33335D3C-26C9-4C3E-BD59-6402CBA999DA}"/>
    <pc:docChg chg="undo custSel addSld delSld modSld">
      <pc:chgData name="wajd als" userId="f61578d41615bedc" providerId="LiveId" clId="{33335D3C-26C9-4C3E-BD59-6402CBA999DA}" dt="2026-08-23T17:47:56.143" v="51"/>
      <pc:docMkLst>
        <pc:docMk/>
      </pc:docMkLst>
      <pc:sldChg chg="delSp modSp mod">
        <pc:chgData name="wajd als" userId="f61578d41615bedc" providerId="LiveId" clId="{33335D3C-26C9-4C3E-BD59-6402CBA999DA}" dt="2026-08-22T14:32:58.523" v="2" actId="478"/>
        <pc:sldMkLst>
          <pc:docMk/>
          <pc:sldMk cId="2235425541" sldId="267"/>
        </pc:sldMkLst>
        <pc:spChg chg="del mod">
          <ac:chgData name="wajd als" userId="f61578d41615bedc" providerId="LiveId" clId="{33335D3C-26C9-4C3E-BD59-6402CBA999DA}" dt="2026-08-22T14:32:55.386" v="1" actId="478"/>
          <ac:spMkLst>
            <pc:docMk/>
            <pc:sldMk cId="2235425541" sldId="267"/>
            <ac:spMk id="6" creationId="{9CF536D9-6B78-34BB-D256-6647CF3B77BB}"/>
          </ac:spMkLst>
        </pc:spChg>
        <pc:picChg chg="del">
          <ac:chgData name="wajd als" userId="f61578d41615bedc" providerId="LiveId" clId="{33335D3C-26C9-4C3E-BD59-6402CBA999DA}" dt="2026-08-22T14:32:58.523" v="2" actId="478"/>
          <ac:picMkLst>
            <pc:docMk/>
            <pc:sldMk cId="2235425541" sldId="267"/>
            <ac:picMk id="4" creationId="{EB1F2298-F9CB-0E8C-D4B5-14F5A8A6F75D}"/>
          </ac:picMkLst>
        </pc:picChg>
      </pc:sldChg>
      <pc:sldChg chg="addSp delSp mod">
        <pc:chgData name="wajd als" userId="f61578d41615bedc" providerId="LiveId" clId="{33335D3C-26C9-4C3E-BD59-6402CBA999DA}" dt="2026-08-23T17:46:31.470" v="40" actId="22"/>
        <pc:sldMkLst>
          <pc:docMk/>
          <pc:sldMk cId="1827818002" sldId="268"/>
        </pc:sldMkLst>
        <pc:spChg chg="add">
          <ac:chgData name="wajd als" userId="f61578d41615bedc" providerId="LiveId" clId="{33335D3C-26C9-4C3E-BD59-6402CBA999DA}" dt="2026-08-23T17:46:31.470" v="40" actId="22"/>
          <ac:spMkLst>
            <pc:docMk/>
            <pc:sldMk cId="1827818002" sldId="268"/>
            <ac:spMk id="3" creationId="{7D4BE0CC-C3FD-9C4D-E700-A32C73CBF04E}"/>
          </ac:spMkLst>
        </pc:spChg>
        <pc:spChg chg="del">
          <ac:chgData name="wajd als" userId="f61578d41615bedc" providerId="LiveId" clId="{33335D3C-26C9-4C3E-BD59-6402CBA999DA}" dt="2026-08-22T14:33:10.328" v="5" actId="478"/>
          <ac:spMkLst>
            <pc:docMk/>
            <pc:sldMk cId="1827818002" sldId="268"/>
            <ac:spMk id="5" creationId="{92109A24-91A2-B61A-0FD3-6CFA59F82FE4}"/>
          </ac:spMkLst>
        </pc:spChg>
        <pc:picChg chg="del">
          <ac:chgData name="wajd als" userId="f61578d41615bedc" providerId="LiveId" clId="{33335D3C-26C9-4C3E-BD59-6402CBA999DA}" dt="2026-08-22T14:33:12.397" v="6" actId="478"/>
          <ac:picMkLst>
            <pc:docMk/>
            <pc:sldMk cId="1827818002" sldId="268"/>
            <ac:picMk id="3" creationId="{552FEC4B-7147-4778-87AB-D32BC8EBB419}"/>
          </ac:picMkLst>
        </pc:picChg>
      </pc:sldChg>
      <pc:sldChg chg="delSp mod">
        <pc:chgData name="wajd als" userId="f61578d41615bedc" providerId="LiveId" clId="{33335D3C-26C9-4C3E-BD59-6402CBA999DA}" dt="2026-08-22T14:33:42.360" v="16" actId="478"/>
        <pc:sldMkLst>
          <pc:docMk/>
          <pc:sldMk cId="3811743870" sldId="273"/>
        </pc:sldMkLst>
        <pc:spChg chg="del">
          <ac:chgData name="wajd als" userId="f61578d41615bedc" providerId="LiveId" clId="{33335D3C-26C9-4C3E-BD59-6402CBA999DA}" dt="2026-08-22T14:33:40.521" v="15" actId="478"/>
          <ac:spMkLst>
            <pc:docMk/>
            <pc:sldMk cId="3811743870" sldId="273"/>
            <ac:spMk id="6" creationId="{2A7689A8-307F-E637-D304-FF718D10D45A}"/>
          </ac:spMkLst>
        </pc:spChg>
        <pc:picChg chg="del">
          <ac:chgData name="wajd als" userId="f61578d41615bedc" providerId="LiveId" clId="{33335D3C-26C9-4C3E-BD59-6402CBA999DA}" dt="2026-08-22T14:33:42.360" v="16" actId="478"/>
          <ac:picMkLst>
            <pc:docMk/>
            <pc:sldMk cId="3811743870" sldId="273"/>
            <ac:picMk id="4" creationId="{41C5ED6F-929D-1A47-4C37-BF0BE9166940}"/>
          </ac:picMkLst>
        </pc:picChg>
      </pc:sldChg>
      <pc:sldChg chg="del">
        <pc:chgData name="wajd als" userId="f61578d41615bedc" providerId="LiveId" clId="{33335D3C-26C9-4C3E-BD59-6402CBA999DA}" dt="2026-08-22T14:34:31.590" v="34" actId="47"/>
        <pc:sldMkLst>
          <pc:docMk/>
          <pc:sldMk cId="1109144306" sldId="274"/>
        </pc:sldMkLst>
      </pc:sldChg>
      <pc:sldChg chg="addSp delSp modSp mod">
        <pc:chgData name="wajd als" userId="f61578d41615bedc" providerId="LiveId" clId="{33335D3C-26C9-4C3E-BD59-6402CBA999DA}" dt="2026-08-23T17:47:56.143" v="51"/>
        <pc:sldMkLst>
          <pc:docMk/>
          <pc:sldMk cId="1151473336" sldId="275"/>
        </pc:sldMkLst>
        <pc:spChg chg="add mod">
          <ac:chgData name="wajd als" userId="f61578d41615bedc" providerId="LiveId" clId="{33335D3C-26C9-4C3E-BD59-6402CBA999DA}" dt="2026-08-23T17:47:56.143" v="51"/>
          <ac:spMkLst>
            <pc:docMk/>
            <pc:sldMk cId="1151473336" sldId="275"/>
            <ac:spMk id="2" creationId="{980D93F1-763F-AFED-233F-9895AF8B4D28}"/>
          </ac:spMkLst>
        </pc:spChg>
        <pc:spChg chg="del">
          <ac:chgData name="wajd als" userId="f61578d41615bedc" providerId="LiveId" clId="{33335D3C-26C9-4C3E-BD59-6402CBA999DA}" dt="2026-08-22T14:34:23.473" v="29" actId="478"/>
          <ac:spMkLst>
            <pc:docMk/>
            <pc:sldMk cId="1151473336" sldId="275"/>
            <ac:spMk id="4" creationId="{19B75AC2-5C81-5624-0FE8-590C08D54A6F}"/>
          </ac:spMkLst>
        </pc:spChg>
        <pc:spChg chg="del">
          <ac:chgData name="wajd als" userId="f61578d41615bedc" providerId="LiveId" clId="{33335D3C-26C9-4C3E-BD59-6402CBA999DA}" dt="2026-08-22T14:34:25.891" v="30" actId="478"/>
          <ac:spMkLst>
            <pc:docMk/>
            <pc:sldMk cId="1151473336" sldId="275"/>
            <ac:spMk id="7" creationId="{012444DD-98F9-ED94-BDCB-FF7378E557FE}"/>
          </ac:spMkLst>
        </pc:spChg>
        <pc:spChg chg="mod">
          <ac:chgData name="wajd als" userId="f61578d41615bedc" providerId="LiveId" clId="{33335D3C-26C9-4C3E-BD59-6402CBA999DA}" dt="2026-08-23T17:47:39.394" v="50" actId="313"/>
          <ac:spMkLst>
            <pc:docMk/>
            <pc:sldMk cId="1151473336" sldId="275"/>
            <ac:spMk id="10" creationId="{56142242-10A0-286B-8BC4-5606CA7C84C5}"/>
          </ac:spMkLst>
        </pc:spChg>
        <pc:spChg chg="add del mod">
          <ac:chgData name="wajd als" userId="f61578d41615bedc" providerId="LiveId" clId="{33335D3C-26C9-4C3E-BD59-6402CBA999DA}" dt="2026-08-23T17:47:34.766" v="49" actId="478"/>
          <ac:spMkLst>
            <pc:docMk/>
            <pc:sldMk cId="1151473336" sldId="275"/>
            <ac:spMk id="13" creationId="{1F25275A-2AA3-C1F2-1AD1-C4F8F93969BA}"/>
          </ac:spMkLst>
        </pc:spChg>
        <pc:picChg chg="del mod">
          <ac:chgData name="wajd als" userId="f61578d41615bedc" providerId="LiveId" clId="{33335D3C-26C9-4C3E-BD59-6402CBA999DA}" dt="2026-08-22T14:34:29.213" v="33" actId="478"/>
          <ac:picMkLst>
            <pc:docMk/>
            <pc:sldMk cId="1151473336" sldId="275"/>
            <ac:picMk id="3" creationId="{61292ACE-7807-B817-8C5D-5A487B888DDB}"/>
          </ac:picMkLst>
        </pc:picChg>
      </pc:sldChg>
      <pc:sldChg chg="modSp del mod">
        <pc:chgData name="wajd als" userId="f61578d41615bedc" providerId="LiveId" clId="{33335D3C-26C9-4C3E-BD59-6402CBA999DA}" dt="2026-08-22T14:33:04.941" v="4" actId="47"/>
        <pc:sldMkLst>
          <pc:docMk/>
          <pc:sldMk cId="2383804070" sldId="280"/>
        </pc:sldMkLst>
        <pc:spChg chg="mod">
          <ac:chgData name="wajd als" userId="f61578d41615bedc" providerId="LiveId" clId="{33335D3C-26C9-4C3E-BD59-6402CBA999DA}" dt="2026-08-22T14:33:03.705" v="3" actId="20577"/>
          <ac:spMkLst>
            <pc:docMk/>
            <pc:sldMk cId="2383804070" sldId="280"/>
            <ac:spMk id="3" creationId="{8349CE3A-3CA4-15B5-56CE-76909B124BCA}"/>
          </ac:spMkLst>
        </pc:spChg>
      </pc:sldChg>
      <pc:sldChg chg="delSp mod">
        <pc:chgData name="wajd als" userId="f61578d41615bedc" providerId="LiveId" clId="{33335D3C-26C9-4C3E-BD59-6402CBA999DA}" dt="2026-08-22T14:33:52.946" v="20" actId="478"/>
        <pc:sldMkLst>
          <pc:docMk/>
          <pc:sldMk cId="3453697819" sldId="281"/>
        </pc:sldMkLst>
        <pc:spChg chg="del">
          <ac:chgData name="wajd als" userId="f61578d41615bedc" providerId="LiveId" clId="{33335D3C-26C9-4C3E-BD59-6402CBA999DA}" dt="2026-08-22T14:33:51.184" v="19" actId="478"/>
          <ac:spMkLst>
            <pc:docMk/>
            <pc:sldMk cId="3453697819" sldId="281"/>
            <ac:spMk id="6" creationId="{66BCCF51-73B8-675E-8297-69BFF10A4AA7}"/>
          </ac:spMkLst>
        </pc:spChg>
        <pc:picChg chg="del">
          <ac:chgData name="wajd als" userId="f61578d41615bedc" providerId="LiveId" clId="{33335D3C-26C9-4C3E-BD59-6402CBA999DA}" dt="2026-08-22T14:33:52.946" v="20" actId="478"/>
          <ac:picMkLst>
            <pc:docMk/>
            <pc:sldMk cId="3453697819" sldId="281"/>
            <ac:picMk id="4" creationId="{297372E1-B819-D76D-904C-A7AA7E521B54}"/>
          </ac:picMkLst>
        </pc:picChg>
      </pc:sldChg>
      <pc:sldChg chg="addSp delSp mod">
        <pc:chgData name="wajd als" userId="f61578d41615bedc" providerId="LiveId" clId="{33335D3C-26C9-4C3E-BD59-6402CBA999DA}" dt="2026-08-22T14:33:24.977" v="10" actId="478"/>
        <pc:sldMkLst>
          <pc:docMk/>
          <pc:sldMk cId="282934995" sldId="282"/>
        </pc:sldMkLst>
        <pc:spChg chg="del">
          <ac:chgData name="wajd als" userId="f61578d41615bedc" providerId="LiveId" clId="{33335D3C-26C9-4C3E-BD59-6402CBA999DA}" dt="2026-08-22T14:33:16.939" v="7" actId="478"/>
          <ac:spMkLst>
            <pc:docMk/>
            <pc:sldMk cId="282934995" sldId="282"/>
            <ac:spMk id="6" creationId="{932BE8D3-C3BB-F2E0-F06C-7728430896B4}"/>
          </ac:spMkLst>
        </pc:spChg>
        <pc:spChg chg="add del">
          <ac:chgData name="wajd als" userId="f61578d41615bedc" providerId="LiveId" clId="{33335D3C-26C9-4C3E-BD59-6402CBA999DA}" dt="2026-08-22T14:33:22.543" v="9" actId="478"/>
          <ac:spMkLst>
            <pc:docMk/>
            <pc:sldMk cId="282934995" sldId="282"/>
            <ac:spMk id="10" creationId="{BD772385-C82D-1BF8-CBA2-28425CFBFD06}"/>
          </ac:spMkLst>
        </pc:spChg>
        <pc:picChg chg="del">
          <ac:chgData name="wajd als" userId="f61578d41615bedc" providerId="LiveId" clId="{33335D3C-26C9-4C3E-BD59-6402CBA999DA}" dt="2026-08-22T14:33:24.977" v="10" actId="478"/>
          <ac:picMkLst>
            <pc:docMk/>
            <pc:sldMk cId="282934995" sldId="282"/>
            <ac:picMk id="4" creationId="{0BBAD2AC-44E9-8773-8243-672E5F71EE6E}"/>
          </ac:picMkLst>
        </pc:picChg>
      </pc:sldChg>
      <pc:sldChg chg="del">
        <pc:chgData name="wajd als" userId="f61578d41615bedc" providerId="LiveId" clId="{33335D3C-26C9-4C3E-BD59-6402CBA999DA}" dt="2026-08-22T14:34:34.245" v="36" actId="47"/>
        <pc:sldMkLst>
          <pc:docMk/>
          <pc:sldMk cId="2007442122" sldId="283"/>
        </pc:sldMkLst>
      </pc:sldChg>
      <pc:sldChg chg="del">
        <pc:chgData name="wajd als" userId="f61578d41615bedc" providerId="LiveId" clId="{33335D3C-26C9-4C3E-BD59-6402CBA999DA}" dt="2026-08-22T14:34:34.921" v="37" actId="47"/>
        <pc:sldMkLst>
          <pc:docMk/>
          <pc:sldMk cId="263994428" sldId="284"/>
        </pc:sldMkLst>
      </pc:sldChg>
      <pc:sldChg chg="del">
        <pc:chgData name="wajd als" userId="f61578d41615bedc" providerId="LiveId" clId="{33335D3C-26C9-4C3E-BD59-6402CBA999DA}" dt="2026-08-22T14:34:33.545" v="35" actId="47"/>
        <pc:sldMkLst>
          <pc:docMk/>
          <pc:sldMk cId="1281455591" sldId="285"/>
        </pc:sldMkLst>
      </pc:sldChg>
      <pc:sldChg chg="addSp delSp mod">
        <pc:chgData name="wajd als" userId="f61578d41615bedc" providerId="LiveId" clId="{33335D3C-26C9-4C3E-BD59-6402CBA999DA}" dt="2026-08-23T17:47:12.428" v="45" actId="22"/>
        <pc:sldMkLst>
          <pc:docMk/>
          <pc:sldMk cId="1699714587" sldId="287"/>
        </pc:sldMkLst>
        <pc:spChg chg="del">
          <ac:chgData name="wajd als" userId="f61578d41615bedc" providerId="LiveId" clId="{33335D3C-26C9-4C3E-BD59-6402CBA999DA}" dt="2026-08-22T14:34:04.434" v="23" actId="478"/>
          <ac:spMkLst>
            <pc:docMk/>
            <pc:sldMk cId="1699714587" sldId="287"/>
            <ac:spMk id="5" creationId="{9589211A-A9B9-1DC3-8E2E-249F209F80CD}"/>
          </ac:spMkLst>
        </pc:spChg>
        <pc:graphicFrameChg chg="del">
          <ac:chgData name="wajd als" userId="f61578d41615bedc" providerId="LiveId" clId="{33335D3C-26C9-4C3E-BD59-6402CBA999DA}" dt="2026-08-23T17:47:03.347" v="44" actId="478"/>
          <ac:graphicFrameMkLst>
            <pc:docMk/>
            <pc:sldMk cId="1699714587" sldId="287"/>
            <ac:graphicFrameMk id="2" creationId="{8BE18B4F-E504-B94B-B171-000FCE0C75A0}"/>
          </ac:graphicFrameMkLst>
        </pc:graphicFrameChg>
        <pc:graphicFrameChg chg="add">
          <ac:chgData name="wajd als" userId="f61578d41615bedc" providerId="LiveId" clId="{33335D3C-26C9-4C3E-BD59-6402CBA999DA}" dt="2026-08-23T17:47:12.428" v="45" actId="22"/>
          <ac:graphicFrameMkLst>
            <pc:docMk/>
            <pc:sldMk cId="1699714587" sldId="287"/>
            <ac:graphicFrameMk id="4" creationId="{B203DDEA-926E-529E-917D-6D2767338988}"/>
          </ac:graphicFrameMkLst>
        </pc:graphicFrameChg>
        <pc:picChg chg="del">
          <ac:chgData name="wajd als" userId="f61578d41615bedc" providerId="LiveId" clId="{33335D3C-26C9-4C3E-BD59-6402CBA999DA}" dt="2026-08-22T14:34:06.347" v="24" actId="478"/>
          <ac:picMkLst>
            <pc:docMk/>
            <pc:sldMk cId="1699714587" sldId="287"/>
            <ac:picMk id="3" creationId="{E9167495-2F52-DF39-FC20-BD2187B5869D}"/>
          </ac:picMkLst>
        </pc:picChg>
      </pc:sldChg>
      <pc:sldChg chg="delSp mod">
        <pc:chgData name="wajd als" userId="f61578d41615bedc" providerId="LiveId" clId="{33335D3C-26C9-4C3E-BD59-6402CBA999DA}" dt="2026-08-22T14:33:36.506" v="14" actId="478"/>
        <pc:sldMkLst>
          <pc:docMk/>
          <pc:sldMk cId="1197739189" sldId="288"/>
        </pc:sldMkLst>
        <pc:spChg chg="del">
          <ac:chgData name="wajd als" userId="f61578d41615bedc" providerId="LiveId" clId="{33335D3C-26C9-4C3E-BD59-6402CBA999DA}" dt="2026-08-22T14:33:34.684" v="13" actId="478"/>
          <ac:spMkLst>
            <pc:docMk/>
            <pc:sldMk cId="1197739189" sldId="288"/>
            <ac:spMk id="6" creationId="{8CB716C2-8997-F1D1-BE9F-D3FE8A9DC937}"/>
          </ac:spMkLst>
        </pc:spChg>
        <pc:picChg chg="del">
          <ac:chgData name="wajd als" userId="f61578d41615bedc" providerId="LiveId" clId="{33335D3C-26C9-4C3E-BD59-6402CBA999DA}" dt="2026-08-22T14:33:36.506" v="14" actId="478"/>
          <ac:picMkLst>
            <pc:docMk/>
            <pc:sldMk cId="1197739189" sldId="288"/>
            <ac:picMk id="4" creationId="{9B8CB4C5-308E-AFEA-ECBE-58534DC30425}"/>
          </ac:picMkLst>
        </pc:picChg>
      </pc:sldChg>
      <pc:sldChg chg="delSp mod">
        <pc:chgData name="wajd als" userId="f61578d41615bedc" providerId="LiveId" clId="{33335D3C-26C9-4C3E-BD59-6402CBA999DA}" dt="2026-08-22T14:33:31.491" v="12" actId="478"/>
        <pc:sldMkLst>
          <pc:docMk/>
          <pc:sldMk cId="819564584" sldId="290"/>
        </pc:sldMkLst>
        <pc:spChg chg="del">
          <ac:chgData name="wajd als" userId="f61578d41615bedc" providerId="LiveId" clId="{33335D3C-26C9-4C3E-BD59-6402CBA999DA}" dt="2026-08-22T14:33:29.342" v="11" actId="478"/>
          <ac:spMkLst>
            <pc:docMk/>
            <pc:sldMk cId="819564584" sldId="290"/>
            <ac:spMk id="6" creationId="{5CAC1F72-F909-8273-7094-422FB2AC3384}"/>
          </ac:spMkLst>
        </pc:spChg>
        <pc:picChg chg="del">
          <ac:chgData name="wajd als" userId="f61578d41615bedc" providerId="LiveId" clId="{33335D3C-26C9-4C3E-BD59-6402CBA999DA}" dt="2026-08-22T14:33:31.491" v="12" actId="478"/>
          <ac:picMkLst>
            <pc:docMk/>
            <pc:sldMk cId="819564584" sldId="290"/>
            <ac:picMk id="4" creationId="{98ED50A4-C57D-17F3-3872-07D27B1D85F0}"/>
          </ac:picMkLst>
        </pc:picChg>
      </pc:sldChg>
      <pc:sldChg chg="delSp mod">
        <pc:chgData name="wajd als" userId="f61578d41615bedc" providerId="LiveId" clId="{33335D3C-26C9-4C3E-BD59-6402CBA999DA}" dt="2026-08-22T14:33:47.718" v="18" actId="478"/>
        <pc:sldMkLst>
          <pc:docMk/>
          <pc:sldMk cId="2060668192" sldId="291"/>
        </pc:sldMkLst>
        <pc:spChg chg="del">
          <ac:chgData name="wajd als" userId="f61578d41615bedc" providerId="LiveId" clId="{33335D3C-26C9-4C3E-BD59-6402CBA999DA}" dt="2026-08-22T14:33:45.845" v="17" actId="478"/>
          <ac:spMkLst>
            <pc:docMk/>
            <pc:sldMk cId="2060668192" sldId="291"/>
            <ac:spMk id="6" creationId="{96080824-0073-7E36-7035-837ECD7D23AE}"/>
          </ac:spMkLst>
        </pc:spChg>
        <pc:picChg chg="del">
          <ac:chgData name="wajd als" userId="f61578d41615bedc" providerId="LiveId" clId="{33335D3C-26C9-4C3E-BD59-6402CBA999DA}" dt="2026-08-22T14:33:47.718" v="18" actId="478"/>
          <ac:picMkLst>
            <pc:docMk/>
            <pc:sldMk cId="2060668192" sldId="291"/>
            <ac:picMk id="4" creationId="{5155CC4F-9BB2-1E15-1F9C-CC871A163083}"/>
          </ac:picMkLst>
        </pc:picChg>
      </pc:sldChg>
      <pc:sldChg chg="addSp delSp modSp mod">
        <pc:chgData name="wajd als" userId="f61578d41615bedc" providerId="LiveId" clId="{33335D3C-26C9-4C3E-BD59-6402CBA999DA}" dt="2026-08-23T17:46:57.674" v="43" actId="22"/>
        <pc:sldMkLst>
          <pc:docMk/>
          <pc:sldMk cId="742672231" sldId="292"/>
        </pc:sldMkLst>
        <pc:spChg chg="del">
          <ac:chgData name="wajd als" userId="f61578d41615bedc" providerId="LiveId" clId="{33335D3C-26C9-4C3E-BD59-6402CBA999DA}" dt="2026-08-22T14:33:57.915" v="21" actId="478"/>
          <ac:spMkLst>
            <pc:docMk/>
            <pc:sldMk cId="742672231" sldId="292"/>
            <ac:spMk id="6" creationId="{1CAAF1F5-22CB-E142-7593-8CF28275C342}"/>
          </ac:spMkLst>
        </pc:spChg>
        <pc:spChg chg="mod">
          <ac:chgData name="wajd als" userId="f61578d41615bedc" providerId="LiveId" clId="{33335D3C-26C9-4C3E-BD59-6402CBA999DA}" dt="2026-08-23T17:46:49.607" v="42" actId="1076"/>
          <ac:spMkLst>
            <pc:docMk/>
            <pc:sldMk cId="742672231" sldId="292"/>
            <ac:spMk id="7" creationId="{BCD31D71-45C8-98BC-B04A-01E31C60B1E4}"/>
          </ac:spMkLst>
        </pc:spChg>
        <pc:picChg chg="add">
          <ac:chgData name="wajd als" userId="f61578d41615bedc" providerId="LiveId" clId="{33335D3C-26C9-4C3E-BD59-6402CBA999DA}" dt="2026-08-23T17:46:45.997" v="41" actId="22"/>
          <ac:picMkLst>
            <pc:docMk/>
            <pc:sldMk cId="742672231" sldId="292"/>
            <ac:picMk id="3" creationId="{2E1BE10C-A382-BA74-E94E-C538604E2AB9}"/>
          </ac:picMkLst>
        </pc:picChg>
        <pc:picChg chg="del">
          <ac:chgData name="wajd als" userId="f61578d41615bedc" providerId="LiveId" clId="{33335D3C-26C9-4C3E-BD59-6402CBA999DA}" dt="2026-08-22T14:33:59.669" v="22" actId="478"/>
          <ac:picMkLst>
            <pc:docMk/>
            <pc:sldMk cId="742672231" sldId="292"/>
            <ac:picMk id="4" creationId="{059139EF-FDC8-0551-6FB2-5017E9C1362D}"/>
          </ac:picMkLst>
        </pc:picChg>
        <pc:picChg chg="add">
          <ac:chgData name="wajd als" userId="f61578d41615bedc" providerId="LiveId" clId="{33335D3C-26C9-4C3E-BD59-6402CBA999DA}" dt="2026-08-23T17:46:57.674" v="43" actId="22"/>
          <ac:picMkLst>
            <pc:docMk/>
            <pc:sldMk cId="742672231" sldId="292"/>
            <ac:picMk id="5" creationId="{2989D702-4070-D33E-D41C-19DC6D350588}"/>
          </ac:picMkLst>
        </pc:picChg>
      </pc:sldChg>
      <pc:sldChg chg="addSp delSp modSp mod">
        <pc:chgData name="wajd als" userId="f61578d41615bedc" providerId="LiveId" clId="{33335D3C-26C9-4C3E-BD59-6402CBA999DA}" dt="2026-08-23T17:47:29.909" v="48" actId="1076"/>
        <pc:sldMkLst>
          <pc:docMk/>
          <pc:sldMk cId="2875893359" sldId="293"/>
        </pc:sldMkLst>
        <pc:spChg chg="mod">
          <ac:chgData name="wajd als" userId="f61578d41615bedc" providerId="LiveId" clId="{33335D3C-26C9-4C3E-BD59-6402CBA999DA}" dt="2026-08-23T17:47:29.909" v="48" actId="1076"/>
          <ac:spMkLst>
            <pc:docMk/>
            <pc:sldMk cId="2875893359" sldId="293"/>
            <ac:spMk id="3" creationId="{255CB076-DE18-A081-9BC8-6E6B21ADCC60}"/>
          </ac:spMkLst>
        </pc:spChg>
        <pc:spChg chg="del">
          <ac:chgData name="wajd als" userId="f61578d41615bedc" providerId="LiveId" clId="{33335D3C-26C9-4C3E-BD59-6402CBA999DA}" dt="2026-08-22T14:34:10.523" v="25" actId="478"/>
          <ac:spMkLst>
            <pc:docMk/>
            <pc:sldMk cId="2875893359" sldId="293"/>
            <ac:spMk id="6" creationId="{D42F4CF1-1D24-C2C4-D4BE-FF2FE6E22D37}"/>
          </ac:spMkLst>
        </pc:spChg>
        <pc:picChg chg="add">
          <ac:chgData name="wajd als" userId="f61578d41615bedc" providerId="LiveId" clId="{33335D3C-26C9-4C3E-BD59-6402CBA999DA}" dt="2026-08-23T17:47:25.453" v="47" actId="22"/>
          <ac:picMkLst>
            <pc:docMk/>
            <pc:sldMk cId="2875893359" sldId="293"/>
            <ac:picMk id="4" creationId="{4BA45768-F379-3503-FBBB-05EE36E62C9B}"/>
          </ac:picMkLst>
        </pc:picChg>
        <pc:picChg chg="del">
          <ac:chgData name="wajd als" userId="f61578d41615bedc" providerId="LiveId" clId="{33335D3C-26C9-4C3E-BD59-6402CBA999DA}" dt="2026-08-22T14:34:13" v="26" actId="478"/>
          <ac:picMkLst>
            <pc:docMk/>
            <pc:sldMk cId="2875893359" sldId="293"/>
            <ac:picMk id="4" creationId="{BB4C8704-6A1D-CD04-0A0A-010003239C70}"/>
          </ac:picMkLst>
        </pc:picChg>
        <pc:picChg chg="add del mod">
          <ac:chgData name="wajd als" userId="f61578d41615bedc" providerId="LiveId" clId="{33335D3C-26C9-4C3E-BD59-6402CBA999DA}" dt="2026-08-23T17:47:15.624" v="46" actId="478"/>
          <ac:picMkLst>
            <pc:docMk/>
            <pc:sldMk cId="2875893359" sldId="293"/>
            <ac:picMk id="8" creationId="{82667E05-96D0-FAF0-B790-484BE3794A78}"/>
          </ac:picMkLst>
        </pc:picChg>
      </pc:sldChg>
      <pc:sldChg chg="new del">
        <pc:chgData name="wajd als" userId="f61578d41615bedc" providerId="LiveId" clId="{33335D3C-26C9-4C3E-BD59-6402CBA999DA}" dt="2026-08-22T14:34:40.964" v="39" actId="47"/>
        <pc:sldMkLst>
          <pc:docMk/>
          <pc:sldMk cId="429817797" sldId="2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7178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27245139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4DAC0EB-6E05-D70C-B3E0-BEBFF3CCD003}"/>
              </a:ext>
            </a:extLst>
          </p:cNvPr>
          <p:cNvGrpSpPr/>
          <p:nvPr userDrawn="1"/>
        </p:nvGrpSpPr>
        <p:grpSpPr>
          <a:xfrm>
            <a:off x="476250" y="476250"/>
            <a:ext cx="8191500" cy="4191000"/>
            <a:chOff x="476250" y="476250"/>
            <a:chExt cx="8191500" cy="4191000"/>
          </a:xfrm>
        </p:grpSpPr>
        <p:sp>
          <p:nvSpPr>
            <p:cNvPr id="8" name="Frame">
              <a:extLst>
                <a:ext uri="{FF2B5EF4-FFF2-40B4-BE49-F238E27FC236}">
                  <a16:creationId xmlns:a16="http://schemas.microsoft.com/office/drawing/2014/main" id="{80F73A63-A8A8-09F0-AA12-CF205DB7357C}"/>
                </a:ext>
              </a:extLst>
            </p:cNvPr>
            <p:cNvSpPr>
              <a:spLocks/>
            </p:cNvSpPr>
            <p:nvPr/>
          </p:nvSpPr>
          <p:spPr>
            <a:xfrm>
              <a:off x="476250" y="476250"/>
              <a:ext cx="8191500" cy="4191000"/>
            </a:xfrm>
            <a:prstGeom prst="rect">
              <a:avLst/>
            </a:prstGeom>
            <a:noFill/>
            <a:ln w="12700">
              <a:solidFill>
                <a:schemeClr val="tx2"/>
              </a:solidFill>
              <a:prstDash val="solid"/>
              <a:miter lim="800000"/>
            </a:ln>
          </p:spPr>
          <p:txBody>
            <a:bodyPr/>
            <a:lstStyle/>
            <a:p>
              <a:endParaRPr lang="en-US" dirty="0"/>
            </a:p>
          </p:txBody>
        </p:sp>
        <p:cxnSp>
          <p:nvCxnSpPr>
            <p:cNvPr id="4" name="Straight Connector">
              <a:extLst>
                <a:ext uri="{FF2B5EF4-FFF2-40B4-BE49-F238E27FC236}">
                  <a16:creationId xmlns:a16="http://schemas.microsoft.com/office/drawing/2014/main" id="{8341C8C6-274C-CEE9-78DB-B9DCA84FBF7B}"/>
                </a:ext>
              </a:extLst>
            </p:cNvPr>
            <p:cNvCxnSpPr>
              <a:cxnSpLocks/>
            </p:cNvCxnSpPr>
            <p:nvPr userDrawn="1"/>
          </p:nvCxnSpPr>
          <p:spPr>
            <a:xfrm flipH="1">
              <a:off x="476250" y="1853969"/>
              <a:ext cx="4238666" cy="0"/>
            </a:xfrm>
            <a:prstGeom prst="line">
              <a:avLst/>
            </a:prstGeom>
            <a:ln w="12700">
              <a:solidFill>
                <a:srgbClr val="0F297F"/>
              </a:solidFill>
            </a:ln>
          </p:spPr>
          <p:style>
            <a:lnRef idx="1">
              <a:schemeClr val="accent1"/>
            </a:lnRef>
            <a:fillRef idx="0">
              <a:schemeClr val="accent1"/>
            </a:fillRef>
            <a:effectRef idx="0">
              <a:schemeClr val="accent1"/>
            </a:effectRef>
            <a:fontRef idx="minor">
              <a:schemeClr val="tx1"/>
            </a:fontRef>
          </p:style>
        </p:cxnSp>
        <p:cxnSp>
          <p:nvCxnSpPr>
            <p:cNvPr id="9" name="Straight Connector">
              <a:extLst>
                <a:ext uri="{FF2B5EF4-FFF2-40B4-BE49-F238E27FC236}">
                  <a16:creationId xmlns:a16="http://schemas.microsoft.com/office/drawing/2014/main" id="{6885D733-8FEA-742C-5549-B7315B112FF8}"/>
                </a:ext>
              </a:extLst>
            </p:cNvPr>
            <p:cNvCxnSpPr>
              <a:cxnSpLocks/>
            </p:cNvCxnSpPr>
            <p:nvPr/>
          </p:nvCxnSpPr>
          <p:spPr>
            <a:xfrm>
              <a:off x="4714916" y="476250"/>
              <a:ext cx="0" cy="4191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7" name="Title 6">
            <a:extLst>
              <a:ext uri="{FF2B5EF4-FFF2-40B4-BE49-F238E27FC236}">
                <a16:creationId xmlns:a16="http://schemas.microsoft.com/office/drawing/2014/main" id="{8710B2FB-4316-C119-2EB3-75C73FEF1B36}"/>
              </a:ext>
            </a:extLst>
          </p:cNvPr>
          <p:cNvSpPr>
            <a:spLocks noGrp="1"/>
          </p:cNvSpPr>
          <p:nvPr>
            <p:ph type="title"/>
          </p:nvPr>
        </p:nvSpPr>
        <p:spPr>
          <a:xfrm>
            <a:off x="747713" y="2125427"/>
            <a:ext cx="3681369" cy="2265593"/>
          </a:xfrm>
        </p:spPr>
        <p:txBody>
          <a:bodyPr anchor="b">
            <a:normAutofit/>
          </a:bodyPr>
          <a:lstStyle>
            <a:lvl1pPr algn="l">
              <a:defRPr sz="4800"/>
            </a:lvl1pPr>
          </a:lstStyle>
          <a:p>
            <a:r>
              <a:rPr lang="en-US"/>
              <a:t>Click to edit Master title style</a:t>
            </a:r>
            <a:endParaRPr lang="en-US" dirty="0"/>
          </a:p>
        </p:txBody>
      </p:sp>
      <p:sp>
        <p:nvSpPr>
          <p:cNvPr id="5" name="Text Placeholder">
            <a:extLst>
              <a:ext uri="{FF2B5EF4-FFF2-40B4-BE49-F238E27FC236}">
                <a16:creationId xmlns:a16="http://schemas.microsoft.com/office/drawing/2014/main" id="{94533216-0BC6-666A-588A-C8BAED753D42}"/>
              </a:ext>
            </a:extLst>
          </p:cNvPr>
          <p:cNvSpPr>
            <a:spLocks noGrp="1"/>
          </p:cNvSpPr>
          <p:nvPr>
            <p:ph type="body" sz="quarter" idx="10"/>
          </p:nvPr>
        </p:nvSpPr>
        <p:spPr>
          <a:xfrm>
            <a:off x="747713" y="747711"/>
            <a:ext cx="3681370" cy="830033"/>
          </a:xfrm>
          <a:prstGeom prst="rect">
            <a:avLst/>
          </a:prstGeom>
        </p:spPr>
        <p:txBody>
          <a:bodyPr lIns="0" tIns="0" rIns="0" bIns="0" anchor="ctr"/>
          <a:lstStyle>
            <a:lvl1pPr marL="0" indent="0">
              <a:lnSpc>
                <a:spcPct val="100000"/>
              </a:lnSpc>
              <a:spcBef>
                <a:spcPts val="0"/>
              </a:spcBef>
              <a:buNone/>
              <a:defRPr sz="1600">
                <a:solidFill>
                  <a:schemeClr val="tx2"/>
                </a:solidFill>
                <a:latin typeface="+mn-lt"/>
              </a:defRPr>
            </a:lvl1pPr>
            <a:lvl2pPr marL="457200" indent="0">
              <a:buNone/>
              <a:defRPr/>
            </a:lvl2pPr>
          </a:lstStyle>
          <a:p>
            <a:pPr lvl="0"/>
            <a:r>
              <a:rPr lang="en-US"/>
              <a:t>Click to edit Master text styles</a:t>
            </a:r>
          </a:p>
        </p:txBody>
      </p:sp>
      <p:sp>
        <p:nvSpPr>
          <p:cNvPr id="15" name="Picture Placeholder">
            <a:extLst>
              <a:ext uri="{FF2B5EF4-FFF2-40B4-BE49-F238E27FC236}">
                <a16:creationId xmlns:a16="http://schemas.microsoft.com/office/drawing/2014/main" id="{36767AFB-D86D-4890-0662-EACF6A8E211A}"/>
              </a:ext>
            </a:extLst>
          </p:cNvPr>
          <p:cNvSpPr>
            <a:spLocks noGrp="1"/>
          </p:cNvSpPr>
          <p:nvPr>
            <p:ph type="pic" sz="quarter" idx="12" hasCustomPrompt="1"/>
          </p:nvPr>
        </p:nvSpPr>
        <p:spPr>
          <a:xfrm>
            <a:off x="4986337" y="747712"/>
            <a:ext cx="3409951" cy="3643313"/>
          </a:xfrm>
          <a:prstGeom prst="rect">
            <a:avLst/>
          </a:prstGeom>
          <a:blipFill>
            <a:blip r:embed="rId2">
              <a:alphaModFix amt="60000"/>
            </a:blip>
            <a:stretch>
              <a:fillRect/>
            </a:stretch>
          </a:blipFill>
        </p:spPr>
        <p:txBody>
          <a:bodyPr/>
          <a:lstStyle>
            <a:lvl1pPr marL="0" indent="0">
              <a:buNone/>
              <a:defRPr/>
            </a:lvl1pPr>
          </a:lstStyle>
          <a:p>
            <a:r>
              <a:rPr lang="en-US" dirty="0"/>
              <a: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tx2"/>
        </a:solidFill>
        <a:effectLst/>
      </p:bgPr>
    </p:bg>
    <p:spTree>
      <p:nvGrpSpPr>
        <p:cNvPr id="1" name=""/>
        <p:cNvGrpSpPr/>
        <p:nvPr/>
      </p:nvGrpSpPr>
      <p:grpSpPr>
        <a:xfrm>
          <a:off x="0" y="0"/>
          <a:ext cx="0" cy="0"/>
          <a:chOff x="0" y="0"/>
          <a:chExt cx="0" cy="0"/>
        </a:xfrm>
      </p:grpSpPr>
      <p:sp>
        <p:nvSpPr>
          <p:cNvPr id="8" name="Frame">
            <a:extLst>
              <a:ext uri="{FF2B5EF4-FFF2-40B4-BE49-F238E27FC236}">
                <a16:creationId xmlns:a16="http://schemas.microsoft.com/office/drawing/2014/main" id="{80F73A63-A8A8-09F0-AA12-CF205DB7357C}"/>
              </a:ext>
            </a:extLst>
          </p:cNvPr>
          <p:cNvSpPr>
            <a:spLocks/>
          </p:cNvSpPr>
          <p:nvPr/>
        </p:nvSpPr>
        <p:spPr>
          <a:xfrm>
            <a:off x="476250" y="476250"/>
            <a:ext cx="8191500" cy="4191000"/>
          </a:xfrm>
          <a:prstGeom prst="rect">
            <a:avLst/>
          </a:prstGeom>
          <a:noFill/>
          <a:ln w="12700">
            <a:solidFill>
              <a:schemeClr val="bg2"/>
            </a:solidFill>
            <a:prstDash val="solid"/>
            <a:miter lim="800000"/>
          </a:ln>
        </p:spPr>
        <p:txBody>
          <a:bodyPr/>
          <a:lstStyle/>
          <a:p>
            <a:endParaRPr lang="en-US" dirty="0"/>
          </a:p>
        </p:txBody>
      </p:sp>
      <p:sp>
        <p:nvSpPr>
          <p:cNvPr id="3" name="Title 2">
            <a:extLst>
              <a:ext uri="{FF2B5EF4-FFF2-40B4-BE49-F238E27FC236}">
                <a16:creationId xmlns:a16="http://schemas.microsoft.com/office/drawing/2014/main" id="{CEEB2FAA-D8C5-DD61-7B23-6F8EE13436BD}"/>
              </a:ext>
            </a:extLst>
          </p:cNvPr>
          <p:cNvSpPr>
            <a:spLocks noGrp="1"/>
          </p:cNvSpPr>
          <p:nvPr>
            <p:ph type="title"/>
          </p:nvPr>
        </p:nvSpPr>
        <p:spPr>
          <a:xfrm>
            <a:off x="747713" y="747711"/>
            <a:ext cx="7648574" cy="3636464"/>
          </a:xfrm>
        </p:spPr>
        <p:txBody>
          <a:bodyPr>
            <a:normAutofit/>
          </a:bodyPr>
          <a:lstStyle>
            <a:lvl1pPr algn="l">
              <a:lnSpc>
                <a:spcPct val="93000"/>
              </a:lnSpc>
              <a:defRPr sz="280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170991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ighlights">
    <p:bg>
      <p:bgPr>
        <a:solidFill>
          <a:schemeClr val="bg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DDE7433-ED40-1A50-6394-E6E189E7DEA1}"/>
              </a:ext>
            </a:extLst>
          </p:cNvPr>
          <p:cNvGrpSpPr/>
          <p:nvPr userDrawn="1"/>
        </p:nvGrpSpPr>
        <p:grpSpPr>
          <a:xfrm>
            <a:off x="476250" y="476250"/>
            <a:ext cx="8191500" cy="4191000"/>
            <a:chOff x="476250" y="476250"/>
            <a:chExt cx="8191500" cy="4191000"/>
          </a:xfrm>
        </p:grpSpPr>
        <p:sp>
          <p:nvSpPr>
            <p:cNvPr id="7" name="Frame">
              <a:extLst>
                <a:ext uri="{FF2B5EF4-FFF2-40B4-BE49-F238E27FC236}">
                  <a16:creationId xmlns:a16="http://schemas.microsoft.com/office/drawing/2014/main" id="{BB546C6C-B1EC-F684-A78B-07C9066CE789}"/>
                </a:ext>
              </a:extLst>
            </p:cNvPr>
            <p:cNvSpPr>
              <a:spLocks/>
            </p:cNvSpPr>
            <p:nvPr/>
          </p:nvSpPr>
          <p:spPr>
            <a:xfrm>
              <a:off x="476250" y="476250"/>
              <a:ext cx="8191500" cy="4191000"/>
            </a:xfrm>
            <a:prstGeom prst="rect">
              <a:avLst/>
            </a:prstGeom>
            <a:noFill/>
            <a:ln w="12700">
              <a:solidFill>
                <a:srgbClr val="0F297F"/>
              </a:solidFill>
              <a:prstDash val="solid"/>
              <a:miter lim="800000"/>
            </a:ln>
          </p:spPr>
          <p:txBody>
            <a:bodyPr/>
            <a:lstStyle/>
            <a:p>
              <a:endParaRPr lang="en-US" dirty="0"/>
            </a:p>
          </p:txBody>
        </p:sp>
        <p:cxnSp>
          <p:nvCxnSpPr>
            <p:cNvPr id="8" name="Straight Connector">
              <a:extLst>
                <a:ext uri="{FF2B5EF4-FFF2-40B4-BE49-F238E27FC236}">
                  <a16:creationId xmlns:a16="http://schemas.microsoft.com/office/drawing/2014/main" id="{2F78ED1F-4BA1-1EB6-1E1E-83250B9DC4DD}"/>
                </a:ext>
              </a:extLst>
            </p:cNvPr>
            <p:cNvCxnSpPr>
              <a:cxnSpLocks/>
            </p:cNvCxnSpPr>
            <p:nvPr userDrawn="1"/>
          </p:nvCxnSpPr>
          <p:spPr>
            <a:xfrm flipH="1">
              <a:off x="476250" y="1853969"/>
              <a:ext cx="8191500" cy="0"/>
            </a:xfrm>
            <a:prstGeom prst="line">
              <a:avLst/>
            </a:prstGeom>
            <a:ln w="12700">
              <a:solidFill>
                <a:srgbClr val="0F297F"/>
              </a:solidFill>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497D4B58-4717-87C5-B244-7DA4AAD598D7}"/>
              </a:ext>
            </a:extLst>
          </p:cNvPr>
          <p:cNvGrpSpPr/>
          <p:nvPr userDrawn="1"/>
        </p:nvGrpSpPr>
        <p:grpSpPr>
          <a:xfrm>
            <a:off x="3080965" y="2432847"/>
            <a:ext cx="3094091" cy="1667911"/>
            <a:chOff x="3080965" y="2432847"/>
            <a:chExt cx="3094091" cy="1667911"/>
          </a:xfrm>
        </p:grpSpPr>
        <p:cxnSp>
          <p:nvCxnSpPr>
            <p:cNvPr id="22" name="Straight Arrow Connector 21">
              <a:extLst>
                <a:ext uri="{FF2B5EF4-FFF2-40B4-BE49-F238E27FC236}">
                  <a16:creationId xmlns:a16="http://schemas.microsoft.com/office/drawing/2014/main" id="{98202A28-C563-A5C9-FC85-1008867EBA0F}"/>
                </a:ext>
              </a:extLst>
            </p:cNvPr>
            <p:cNvCxnSpPr>
              <a:cxnSpLocks/>
            </p:cNvCxnSpPr>
            <p:nvPr userDrawn="1"/>
          </p:nvCxnSpPr>
          <p:spPr>
            <a:xfrm>
              <a:off x="5260656" y="2432847"/>
              <a:ext cx="914400" cy="0"/>
            </a:xfrm>
            <a:prstGeom prst="straightConnector1">
              <a:avLst/>
            </a:prstGeom>
            <a:ln w="12700">
              <a:solidFill>
                <a:schemeClr val="tx2"/>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21D07BB-8B5E-551D-98AE-F008BC962A4B}"/>
                </a:ext>
              </a:extLst>
            </p:cNvPr>
            <p:cNvCxnSpPr>
              <a:cxnSpLocks/>
            </p:cNvCxnSpPr>
            <p:nvPr userDrawn="1"/>
          </p:nvCxnSpPr>
          <p:spPr>
            <a:xfrm>
              <a:off x="5260656" y="4100758"/>
              <a:ext cx="914400" cy="0"/>
            </a:xfrm>
            <a:prstGeom prst="straightConnector1">
              <a:avLst/>
            </a:prstGeom>
            <a:ln w="12700">
              <a:solidFill>
                <a:schemeClr val="tx2"/>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7C0A79E6-B3E6-5E27-A427-DFE679E02818}"/>
                </a:ext>
              </a:extLst>
            </p:cNvPr>
            <p:cNvCxnSpPr>
              <a:cxnSpLocks/>
            </p:cNvCxnSpPr>
            <p:nvPr userDrawn="1"/>
          </p:nvCxnSpPr>
          <p:spPr>
            <a:xfrm flipH="1">
              <a:off x="3080965" y="3261801"/>
              <a:ext cx="914400" cy="0"/>
            </a:xfrm>
            <a:prstGeom prst="straightConnector1">
              <a:avLst/>
            </a:prstGeom>
            <a:ln w="12700">
              <a:solidFill>
                <a:schemeClr val="tx2"/>
              </a:solidFill>
              <a:headEnd type="non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461A43D-BA7B-68CE-F725-D6D8E28CC806}"/>
              </a:ext>
            </a:extLst>
          </p:cNvPr>
          <p:cNvSpPr>
            <a:spLocks noGrp="1"/>
          </p:cNvSpPr>
          <p:nvPr>
            <p:ph type="title"/>
          </p:nvPr>
        </p:nvSpPr>
        <p:spPr>
          <a:xfrm>
            <a:off x="747713" y="770516"/>
            <a:ext cx="7648574" cy="786384"/>
          </a:xfrm>
        </p:spPr>
        <p:txBody>
          <a:bodyPr>
            <a:normAutofit/>
          </a:bodyPr>
          <a:lstStyle>
            <a:lvl1pPr algn="l">
              <a:defRPr sz="3400"/>
            </a:lvl1pPr>
          </a:lstStyle>
          <a:p>
            <a:r>
              <a:rPr lang="en-US"/>
              <a:t>Click to edit Master title style</a:t>
            </a:r>
            <a:endParaRPr lang="en-US" dirty="0"/>
          </a:p>
        </p:txBody>
      </p:sp>
      <p:sp>
        <p:nvSpPr>
          <p:cNvPr id="21" name="Picture Placeholder">
            <a:extLst>
              <a:ext uri="{FF2B5EF4-FFF2-40B4-BE49-F238E27FC236}">
                <a16:creationId xmlns:a16="http://schemas.microsoft.com/office/drawing/2014/main" id="{D956EC84-6256-DC5F-E604-D8A7C5526443}"/>
              </a:ext>
            </a:extLst>
          </p:cNvPr>
          <p:cNvSpPr>
            <a:spLocks noGrp="1"/>
          </p:cNvSpPr>
          <p:nvPr>
            <p:ph type="pic" sz="quarter" idx="17" hasCustomPrompt="1"/>
          </p:nvPr>
        </p:nvSpPr>
        <p:spPr>
          <a:xfrm>
            <a:off x="747712" y="2151040"/>
            <a:ext cx="2061791" cy="2221522"/>
          </a:xfrm>
          <a:prstGeom prst="rect">
            <a:avLst/>
          </a:prstGeom>
          <a:blipFill>
            <a:blip r:embed="rId2">
              <a:alphaModFix amt="60000"/>
            </a:blip>
            <a:stretch>
              <a:fillRect/>
            </a:stretch>
          </a:blipFill>
        </p:spPr>
        <p:txBody>
          <a:bodyPr/>
          <a:lstStyle>
            <a:lvl1pPr marL="0" indent="0">
              <a:buNone/>
              <a:defRPr>
                <a:solidFill>
                  <a:schemeClr val="tx2"/>
                </a:solidFill>
              </a:defRPr>
            </a:lvl1pPr>
          </a:lstStyle>
          <a:p>
            <a:r>
              <a:rPr lang="en-US" dirty="0"/>
              <a:t>  </a:t>
            </a:r>
          </a:p>
        </p:txBody>
      </p:sp>
      <p:sp>
        <p:nvSpPr>
          <p:cNvPr id="12" name="Text Placeholder">
            <a:extLst>
              <a:ext uri="{FF2B5EF4-FFF2-40B4-BE49-F238E27FC236}">
                <a16:creationId xmlns:a16="http://schemas.microsoft.com/office/drawing/2014/main" id="{E56E0D17-835A-6FF9-AFEA-7A964CF46B9C}"/>
              </a:ext>
            </a:extLst>
          </p:cNvPr>
          <p:cNvSpPr>
            <a:spLocks noGrp="1"/>
          </p:cNvSpPr>
          <p:nvPr>
            <p:ph type="body" sz="quarter" idx="14"/>
          </p:nvPr>
        </p:nvSpPr>
        <p:spPr>
          <a:xfrm>
            <a:off x="3080965" y="2151038"/>
            <a:ext cx="1957379" cy="563618"/>
          </a:xfrm>
          <a:prstGeom prst="rect">
            <a:avLst/>
          </a:prstGeom>
        </p:spPr>
        <p:txBody>
          <a:bodyPr lIns="0" tIns="0" rIns="0" bIns="0" anchor="ctr"/>
          <a:lstStyle>
            <a:lvl1pPr marL="0" indent="0">
              <a:lnSpc>
                <a:spcPct val="100000"/>
              </a:lnSpc>
              <a:spcBef>
                <a:spcPts val="0"/>
              </a:spcBef>
              <a:buNone/>
              <a:defRPr sz="1200">
                <a:solidFill>
                  <a:schemeClr val="tx2"/>
                </a:solidFill>
                <a:latin typeface="+mn-lt"/>
              </a:defRPr>
            </a:lvl1pPr>
            <a:lvl2pPr marL="457200" indent="0">
              <a:buNone/>
              <a:defRPr/>
            </a:lvl2pPr>
          </a:lstStyle>
          <a:p>
            <a:pPr lvl="0"/>
            <a:r>
              <a:rPr lang="en-US"/>
              <a:t>Click to edit Master text styles</a:t>
            </a:r>
          </a:p>
        </p:txBody>
      </p:sp>
      <p:sp>
        <p:nvSpPr>
          <p:cNvPr id="19" name="Text Placeholder">
            <a:extLst>
              <a:ext uri="{FF2B5EF4-FFF2-40B4-BE49-F238E27FC236}">
                <a16:creationId xmlns:a16="http://schemas.microsoft.com/office/drawing/2014/main" id="{EB549651-072A-397B-8502-2205C7729D19}"/>
              </a:ext>
            </a:extLst>
          </p:cNvPr>
          <p:cNvSpPr>
            <a:spLocks noGrp="1"/>
          </p:cNvSpPr>
          <p:nvPr>
            <p:ph type="body" sz="quarter" idx="16"/>
          </p:nvPr>
        </p:nvSpPr>
        <p:spPr>
          <a:xfrm>
            <a:off x="4217679" y="2979992"/>
            <a:ext cx="1957379" cy="563618"/>
          </a:xfrm>
          <a:prstGeom prst="rect">
            <a:avLst/>
          </a:prstGeom>
        </p:spPr>
        <p:txBody>
          <a:bodyPr lIns="0" tIns="0" rIns="0" bIns="0" anchor="ctr"/>
          <a:lstStyle>
            <a:lvl1pPr marL="0" indent="0" algn="r">
              <a:lnSpc>
                <a:spcPct val="100000"/>
              </a:lnSpc>
              <a:spcBef>
                <a:spcPts val="0"/>
              </a:spcBef>
              <a:buNone/>
              <a:defRPr sz="1200">
                <a:solidFill>
                  <a:schemeClr val="tx2"/>
                </a:solidFill>
                <a:latin typeface="+mn-lt"/>
              </a:defRPr>
            </a:lvl1pPr>
            <a:lvl2pPr marL="457200" indent="0">
              <a:buNone/>
              <a:defRPr/>
            </a:lvl2pPr>
          </a:lstStyle>
          <a:p>
            <a:pPr lvl="0"/>
            <a:r>
              <a:rPr lang="en-US"/>
              <a:t>Click to edit Master text styles</a:t>
            </a:r>
          </a:p>
        </p:txBody>
      </p:sp>
      <p:sp>
        <p:nvSpPr>
          <p:cNvPr id="18" name="Text Placeholder">
            <a:extLst>
              <a:ext uri="{FF2B5EF4-FFF2-40B4-BE49-F238E27FC236}">
                <a16:creationId xmlns:a16="http://schemas.microsoft.com/office/drawing/2014/main" id="{12E62401-9AC4-B5B1-7285-74254C8B7561}"/>
              </a:ext>
            </a:extLst>
          </p:cNvPr>
          <p:cNvSpPr>
            <a:spLocks noGrp="1"/>
          </p:cNvSpPr>
          <p:nvPr>
            <p:ph type="body" sz="quarter" idx="15"/>
          </p:nvPr>
        </p:nvSpPr>
        <p:spPr>
          <a:xfrm>
            <a:off x="3080965" y="3818949"/>
            <a:ext cx="1957379" cy="563618"/>
          </a:xfrm>
          <a:prstGeom prst="rect">
            <a:avLst/>
          </a:prstGeom>
        </p:spPr>
        <p:txBody>
          <a:bodyPr lIns="0" tIns="0" rIns="0" bIns="0" anchor="ctr"/>
          <a:lstStyle>
            <a:lvl1pPr marL="0" indent="0">
              <a:lnSpc>
                <a:spcPct val="100000"/>
              </a:lnSpc>
              <a:spcBef>
                <a:spcPts val="0"/>
              </a:spcBef>
              <a:buNone/>
              <a:defRPr sz="1200">
                <a:solidFill>
                  <a:schemeClr val="tx2"/>
                </a:solidFill>
                <a:latin typeface="+mn-lt"/>
              </a:defRPr>
            </a:lvl1pPr>
            <a:lvl2pPr marL="457200" indent="0">
              <a:buNone/>
              <a:defRPr/>
            </a:lvl2pPr>
          </a:lstStyle>
          <a:p>
            <a:pPr lvl="0"/>
            <a:r>
              <a:rPr lang="en-US"/>
              <a:t>Click to edit Master text styles</a:t>
            </a:r>
          </a:p>
        </p:txBody>
      </p:sp>
      <p:sp>
        <p:nvSpPr>
          <p:cNvPr id="15" name="Picture Placeholder">
            <a:extLst>
              <a:ext uri="{FF2B5EF4-FFF2-40B4-BE49-F238E27FC236}">
                <a16:creationId xmlns:a16="http://schemas.microsoft.com/office/drawing/2014/main" id="{36767AFB-D86D-4890-0662-EACF6A8E211A}"/>
              </a:ext>
            </a:extLst>
          </p:cNvPr>
          <p:cNvSpPr>
            <a:spLocks noGrp="1"/>
          </p:cNvSpPr>
          <p:nvPr>
            <p:ph type="pic" sz="quarter" idx="12" hasCustomPrompt="1"/>
          </p:nvPr>
        </p:nvSpPr>
        <p:spPr>
          <a:xfrm>
            <a:off x="6446520" y="2151038"/>
            <a:ext cx="1949768" cy="962585"/>
          </a:xfrm>
          <a:prstGeom prst="rect">
            <a:avLst/>
          </a:prstGeom>
          <a:blipFill>
            <a:blip r:embed="rId3">
              <a:alphaModFix amt="60000"/>
            </a:blip>
            <a:stretch>
              <a:fillRect/>
            </a:stretch>
          </a:blipFill>
        </p:spPr>
        <p:txBody>
          <a:bodyPr/>
          <a:lstStyle>
            <a:lvl1pPr marL="0" indent="0">
              <a:buNone/>
              <a:defRPr>
                <a:solidFill>
                  <a:schemeClr val="tx2"/>
                </a:solidFill>
              </a:defRPr>
            </a:lvl1pPr>
          </a:lstStyle>
          <a:p>
            <a:r>
              <a:rPr lang="en-US" dirty="0"/>
              <a:t>  </a:t>
            </a:r>
          </a:p>
        </p:txBody>
      </p:sp>
      <p:sp>
        <p:nvSpPr>
          <p:cNvPr id="11" name="Picture Placeholder">
            <a:extLst>
              <a:ext uri="{FF2B5EF4-FFF2-40B4-BE49-F238E27FC236}">
                <a16:creationId xmlns:a16="http://schemas.microsoft.com/office/drawing/2014/main" id="{E546BF9A-F9CF-B3A9-DACC-F9F868B88CA0}"/>
              </a:ext>
            </a:extLst>
          </p:cNvPr>
          <p:cNvSpPr>
            <a:spLocks noGrp="1"/>
          </p:cNvSpPr>
          <p:nvPr>
            <p:ph type="pic" sz="quarter" idx="13" hasCustomPrompt="1"/>
          </p:nvPr>
        </p:nvSpPr>
        <p:spPr>
          <a:xfrm>
            <a:off x="6446520" y="3409978"/>
            <a:ext cx="1949766" cy="962583"/>
          </a:xfrm>
          <a:prstGeom prst="rect">
            <a:avLst/>
          </a:prstGeom>
          <a:blipFill>
            <a:blip r:embed="rId4">
              <a:alphaModFix amt="60000"/>
            </a:blip>
            <a:stretch>
              <a:fillRect/>
            </a:stretch>
          </a:blipFill>
        </p:spPr>
        <p:txBody>
          <a:bodyPr/>
          <a:lstStyle>
            <a:lvl1pPr marL="0" indent="0">
              <a:buNone/>
              <a:defRPr>
                <a:solidFill>
                  <a:schemeClr val="tx2"/>
                </a:solidFill>
              </a:defRPr>
            </a:lvl1pPr>
          </a:lstStyle>
          <a:p>
            <a:r>
              <a:rPr lang="en-US" dirty="0"/>
              <a:t>  </a:t>
            </a:r>
          </a:p>
        </p:txBody>
      </p:sp>
    </p:spTree>
    <p:extLst>
      <p:ext uri="{BB962C8B-B14F-4D97-AF65-F5344CB8AC3E}">
        <p14:creationId xmlns:p14="http://schemas.microsoft.com/office/powerpoint/2010/main" val="13391797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tx2"/>
        </a:soli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A6CA5DC-719E-C1FD-6DE1-9B6D09DD9805}"/>
              </a:ext>
            </a:extLst>
          </p:cNvPr>
          <p:cNvGrpSpPr/>
          <p:nvPr userDrawn="1"/>
        </p:nvGrpSpPr>
        <p:grpSpPr>
          <a:xfrm>
            <a:off x="476250" y="476250"/>
            <a:ext cx="8191500" cy="4191000"/>
            <a:chOff x="476250" y="476250"/>
            <a:chExt cx="8191500" cy="4191000"/>
          </a:xfrm>
        </p:grpSpPr>
        <p:sp>
          <p:nvSpPr>
            <p:cNvPr id="6" name="Frame">
              <a:extLst>
                <a:ext uri="{FF2B5EF4-FFF2-40B4-BE49-F238E27FC236}">
                  <a16:creationId xmlns:a16="http://schemas.microsoft.com/office/drawing/2014/main" id="{09B0670B-4D32-1C5F-5EDE-B1A0C6C1FE58}"/>
                </a:ext>
              </a:extLst>
            </p:cNvPr>
            <p:cNvSpPr>
              <a:spLocks/>
            </p:cNvSpPr>
            <p:nvPr/>
          </p:nvSpPr>
          <p:spPr>
            <a:xfrm>
              <a:off x="476250" y="476250"/>
              <a:ext cx="8191500" cy="4191000"/>
            </a:xfrm>
            <a:prstGeom prst="rect">
              <a:avLst/>
            </a:prstGeom>
            <a:noFill/>
            <a:ln w="12700">
              <a:solidFill>
                <a:srgbClr val="F5F1EE"/>
              </a:solidFill>
              <a:prstDash val="solid"/>
              <a:miter lim="800000"/>
            </a:ln>
          </p:spPr>
          <p:txBody>
            <a:bodyPr/>
            <a:lstStyle/>
            <a:p>
              <a:endParaRPr lang="en-US" dirty="0"/>
            </a:p>
          </p:txBody>
        </p:sp>
        <p:cxnSp>
          <p:nvCxnSpPr>
            <p:cNvPr id="9" name="Straight Connector">
              <a:extLst>
                <a:ext uri="{FF2B5EF4-FFF2-40B4-BE49-F238E27FC236}">
                  <a16:creationId xmlns:a16="http://schemas.microsoft.com/office/drawing/2014/main" id="{089EBF66-503D-72F6-549D-78E563725E6B}"/>
                </a:ext>
              </a:extLst>
            </p:cNvPr>
            <p:cNvCxnSpPr>
              <a:cxnSpLocks/>
            </p:cNvCxnSpPr>
            <p:nvPr userDrawn="1"/>
          </p:nvCxnSpPr>
          <p:spPr>
            <a:xfrm flipH="1">
              <a:off x="476250" y="1853969"/>
              <a:ext cx="8191500" cy="0"/>
            </a:xfrm>
            <a:prstGeom prst="line">
              <a:avLst/>
            </a:prstGeom>
            <a:ln w="12700">
              <a:solidFill>
                <a:srgbClr val="F5F1EE"/>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804440DB-7830-0DA2-1FA7-38FBC8287A3A}"/>
              </a:ext>
            </a:extLst>
          </p:cNvPr>
          <p:cNvGrpSpPr/>
          <p:nvPr userDrawn="1"/>
        </p:nvGrpSpPr>
        <p:grpSpPr>
          <a:xfrm>
            <a:off x="1875930" y="1851589"/>
            <a:ext cx="5392140" cy="888336"/>
            <a:chOff x="1875930" y="1590002"/>
            <a:chExt cx="5392140" cy="1402382"/>
          </a:xfrm>
        </p:grpSpPr>
        <p:cxnSp>
          <p:nvCxnSpPr>
            <p:cNvPr id="19" name="Straight Connector 18">
              <a:extLst>
                <a:ext uri="{FF2B5EF4-FFF2-40B4-BE49-F238E27FC236}">
                  <a16:creationId xmlns:a16="http://schemas.microsoft.com/office/drawing/2014/main" id="{868350E4-0F79-B44F-E1A0-24782FF59B55}"/>
                </a:ext>
              </a:extLst>
            </p:cNvPr>
            <p:cNvCxnSpPr>
              <a:cxnSpLocks/>
            </p:cNvCxnSpPr>
            <p:nvPr userDrawn="1"/>
          </p:nvCxnSpPr>
          <p:spPr>
            <a:xfrm>
              <a:off x="4572000" y="1590002"/>
              <a:ext cx="0" cy="1402382"/>
            </a:xfrm>
            <a:prstGeom prst="line">
              <a:avLst/>
            </a:prstGeom>
            <a:ln w="12700">
              <a:solidFill>
                <a:schemeClr val="bg2"/>
              </a:solidFill>
              <a:headEnd type="oval" w="sm" len="sm"/>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8C5790F-8D0E-7F5C-A2B0-52445FE9D3C2}"/>
                </a:ext>
              </a:extLst>
            </p:cNvPr>
            <p:cNvCxnSpPr>
              <a:cxnSpLocks/>
            </p:cNvCxnSpPr>
            <p:nvPr userDrawn="1"/>
          </p:nvCxnSpPr>
          <p:spPr>
            <a:xfrm>
              <a:off x="7268070" y="1590002"/>
              <a:ext cx="0" cy="1402382"/>
            </a:xfrm>
            <a:prstGeom prst="line">
              <a:avLst/>
            </a:prstGeom>
            <a:ln w="12700">
              <a:solidFill>
                <a:schemeClr val="bg2"/>
              </a:solidFill>
              <a:headEnd type="oval" w="sm" len="sm"/>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0C98BC-8585-42AF-E27C-154FB80E5EA3}"/>
                </a:ext>
              </a:extLst>
            </p:cNvPr>
            <p:cNvCxnSpPr>
              <a:cxnSpLocks/>
            </p:cNvCxnSpPr>
            <p:nvPr userDrawn="1"/>
          </p:nvCxnSpPr>
          <p:spPr>
            <a:xfrm>
              <a:off x="1875930" y="1590002"/>
              <a:ext cx="0" cy="1402382"/>
            </a:xfrm>
            <a:prstGeom prst="line">
              <a:avLst/>
            </a:prstGeom>
            <a:ln w="12700">
              <a:solidFill>
                <a:schemeClr val="bg2"/>
              </a:solidFill>
              <a:headEnd type="oval" w="sm" len="sm"/>
            </a:ln>
          </p:spPr>
          <p:style>
            <a:lnRef idx="1">
              <a:schemeClr val="accent1"/>
            </a:lnRef>
            <a:fillRef idx="0">
              <a:schemeClr val="accent1"/>
            </a:fillRef>
            <a:effectRef idx="0">
              <a:schemeClr val="accent1"/>
            </a:effectRef>
            <a:fontRef idx="minor">
              <a:schemeClr val="tx1"/>
            </a:fontRef>
          </p:style>
        </p:cxnSp>
      </p:grpSp>
      <p:sp>
        <p:nvSpPr>
          <p:cNvPr id="3" name="Title 1">
            <a:extLst>
              <a:ext uri="{FF2B5EF4-FFF2-40B4-BE49-F238E27FC236}">
                <a16:creationId xmlns:a16="http://schemas.microsoft.com/office/drawing/2014/main" id="{2BEA865D-A4D8-FE27-F6B2-699F1A330E82}"/>
              </a:ext>
            </a:extLst>
          </p:cNvPr>
          <p:cNvSpPr>
            <a:spLocks noGrp="1"/>
          </p:cNvSpPr>
          <p:nvPr>
            <p:ph type="title"/>
          </p:nvPr>
        </p:nvSpPr>
        <p:spPr>
          <a:xfrm>
            <a:off x="747713" y="770516"/>
            <a:ext cx="7648574" cy="786384"/>
          </a:xfrm>
        </p:spPr>
        <p:txBody>
          <a:bodyPr>
            <a:normAutofit/>
          </a:bodyPr>
          <a:lstStyle>
            <a:lvl1pPr algn="l">
              <a:defRPr sz="3400">
                <a:solidFill>
                  <a:schemeClr val="bg1"/>
                </a:solidFill>
              </a:defRPr>
            </a:lvl1pPr>
          </a:lstStyle>
          <a:p>
            <a:r>
              <a:rPr lang="en-US"/>
              <a:t>Click to edit Master title style</a:t>
            </a:r>
            <a:endParaRPr lang="en-US" dirty="0"/>
          </a:p>
        </p:txBody>
      </p:sp>
      <p:sp>
        <p:nvSpPr>
          <p:cNvPr id="30" name="Text Placeholder">
            <a:extLst>
              <a:ext uri="{FF2B5EF4-FFF2-40B4-BE49-F238E27FC236}">
                <a16:creationId xmlns:a16="http://schemas.microsoft.com/office/drawing/2014/main" id="{70FE38B3-A938-AB8C-525A-5B70FD50BBE3}"/>
              </a:ext>
            </a:extLst>
          </p:cNvPr>
          <p:cNvSpPr>
            <a:spLocks noGrp="1"/>
          </p:cNvSpPr>
          <p:nvPr>
            <p:ph type="body" sz="quarter" idx="20"/>
          </p:nvPr>
        </p:nvSpPr>
        <p:spPr>
          <a:xfrm>
            <a:off x="747713" y="3037006"/>
            <a:ext cx="2256434" cy="465403"/>
          </a:xfrm>
          <a:prstGeom prst="rect">
            <a:avLst/>
          </a:prstGeom>
        </p:spPr>
        <p:txBody>
          <a:bodyPr lIns="0" tIns="0" rIns="0" bIns="0" anchor="ctr"/>
          <a:lstStyle>
            <a:lvl1pPr marL="0" indent="0" algn="ctr">
              <a:lnSpc>
                <a:spcPct val="100000"/>
              </a:lnSpc>
              <a:spcBef>
                <a:spcPts val="0"/>
              </a:spcBef>
              <a:buNone/>
              <a:defRPr sz="1200" b="1" i="0" cap="all" baseline="0">
                <a:solidFill>
                  <a:schemeClr val="bg2"/>
                </a:solidFill>
                <a:latin typeface="DM Sans" pitchFamily="2" charset="77"/>
              </a:defRPr>
            </a:lvl1pPr>
            <a:lvl2pPr marL="457200" indent="0">
              <a:buNone/>
              <a:defRPr/>
            </a:lvl2pPr>
          </a:lstStyle>
          <a:p>
            <a:pPr lvl="0"/>
            <a:r>
              <a:rPr lang="en-US"/>
              <a:t>Click to edit Master text styles</a:t>
            </a:r>
          </a:p>
        </p:txBody>
      </p:sp>
      <p:sp>
        <p:nvSpPr>
          <p:cNvPr id="27" name="Text Placeholder">
            <a:extLst>
              <a:ext uri="{FF2B5EF4-FFF2-40B4-BE49-F238E27FC236}">
                <a16:creationId xmlns:a16="http://schemas.microsoft.com/office/drawing/2014/main" id="{3FFF16E8-278F-A522-E2B8-B6AE16C5A7DE}"/>
              </a:ext>
            </a:extLst>
          </p:cNvPr>
          <p:cNvSpPr>
            <a:spLocks noGrp="1"/>
          </p:cNvSpPr>
          <p:nvPr>
            <p:ph type="body" sz="quarter" idx="17"/>
          </p:nvPr>
        </p:nvSpPr>
        <p:spPr>
          <a:xfrm>
            <a:off x="747713" y="3551341"/>
            <a:ext cx="2256434" cy="817125"/>
          </a:xfrm>
          <a:prstGeom prst="rect">
            <a:avLst/>
          </a:prstGeom>
        </p:spPr>
        <p:txBody>
          <a:bodyPr lIns="0" tIns="0" rIns="0" bIns="0" anchor="t"/>
          <a:lstStyle>
            <a:lvl1pPr marL="0" indent="0" algn="ctr">
              <a:lnSpc>
                <a:spcPct val="100000"/>
              </a:lnSpc>
              <a:spcBef>
                <a:spcPts val="0"/>
              </a:spcBef>
              <a:buNone/>
              <a:defRPr sz="1200">
                <a:solidFill>
                  <a:schemeClr val="bg2"/>
                </a:solidFill>
                <a:latin typeface="+mn-lt"/>
              </a:defRPr>
            </a:lvl1pPr>
            <a:lvl2pPr marL="457200" indent="0">
              <a:buNone/>
              <a:defRPr/>
            </a:lvl2pPr>
          </a:lstStyle>
          <a:p>
            <a:pPr lvl="0"/>
            <a:r>
              <a:rPr lang="en-US"/>
              <a:t>Click to edit Master text styles</a:t>
            </a:r>
          </a:p>
        </p:txBody>
      </p:sp>
      <p:sp>
        <p:nvSpPr>
          <p:cNvPr id="29" name="Text Placeholder">
            <a:extLst>
              <a:ext uri="{FF2B5EF4-FFF2-40B4-BE49-F238E27FC236}">
                <a16:creationId xmlns:a16="http://schemas.microsoft.com/office/drawing/2014/main" id="{24FE41FE-61E2-48EC-F568-DA0E13654D6E}"/>
              </a:ext>
            </a:extLst>
          </p:cNvPr>
          <p:cNvSpPr>
            <a:spLocks noGrp="1"/>
          </p:cNvSpPr>
          <p:nvPr>
            <p:ph type="body" sz="quarter" idx="18"/>
          </p:nvPr>
        </p:nvSpPr>
        <p:spPr>
          <a:xfrm>
            <a:off x="3443783" y="3039161"/>
            <a:ext cx="2256434" cy="465403"/>
          </a:xfrm>
          <a:prstGeom prst="rect">
            <a:avLst/>
          </a:prstGeom>
        </p:spPr>
        <p:txBody>
          <a:bodyPr lIns="0" tIns="0" rIns="0" bIns="0" anchor="ctr"/>
          <a:lstStyle>
            <a:lvl1pPr marL="0" indent="0" algn="ctr">
              <a:lnSpc>
                <a:spcPct val="100000"/>
              </a:lnSpc>
              <a:spcBef>
                <a:spcPts val="0"/>
              </a:spcBef>
              <a:buNone/>
              <a:defRPr sz="1200" b="1" i="0" cap="all" baseline="0">
                <a:solidFill>
                  <a:schemeClr val="bg2"/>
                </a:solidFill>
                <a:latin typeface="DM Sans" pitchFamily="2" charset="77"/>
              </a:defRPr>
            </a:lvl1pPr>
            <a:lvl2pPr marL="457200" indent="0">
              <a:buNone/>
              <a:defRPr/>
            </a:lvl2pPr>
          </a:lstStyle>
          <a:p>
            <a:pPr lvl="0"/>
            <a:r>
              <a:rPr lang="en-US"/>
              <a:t>Click to edit Master text styles</a:t>
            </a:r>
          </a:p>
        </p:txBody>
      </p:sp>
      <p:sp>
        <p:nvSpPr>
          <p:cNvPr id="24" name="Text Placeholder">
            <a:extLst>
              <a:ext uri="{FF2B5EF4-FFF2-40B4-BE49-F238E27FC236}">
                <a16:creationId xmlns:a16="http://schemas.microsoft.com/office/drawing/2014/main" id="{1E37A447-4F71-2F41-95D3-F816ECFCAAE0}"/>
              </a:ext>
            </a:extLst>
          </p:cNvPr>
          <p:cNvSpPr>
            <a:spLocks noGrp="1"/>
          </p:cNvSpPr>
          <p:nvPr>
            <p:ph type="body" sz="quarter" idx="15"/>
          </p:nvPr>
        </p:nvSpPr>
        <p:spPr>
          <a:xfrm>
            <a:off x="3443783" y="3553496"/>
            <a:ext cx="2256434" cy="817125"/>
          </a:xfrm>
          <a:prstGeom prst="rect">
            <a:avLst/>
          </a:prstGeom>
        </p:spPr>
        <p:txBody>
          <a:bodyPr lIns="0" tIns="0" rIns="0" bIns="0" anchor="t"/>
          <a:lstStyle>
            <a:lvl1pPr marL="0" indent="0" algn="ctr">
              <a:lnSpc>
                <a:spcPct val="100000"/>
              </a:lnSpc>
              <a:spcBef>
                <a:spcPts val="0"/>
              </a:spcBef>
              <a:buNone/>
              <a:defRPr sz="1200">
                <a:solidFill>
                  <a:schemeClr val="bg2"/>
                </a:solidFill>
                <a:latin typeface="+mn-lt"/>
              </a:defRPr>
            </a:lvl1pPr>
            <a:lvl2pPr marL="457200" indent="0">
              <a:buNone/>
              <a:defRPr/>
            </a:lvl2pPr>
          </a:lstStyle>
          <a:p>
            <a:pPr lvl="0"/>
            <a:r>
              <a:rPr lang="en-US"/>
              <a:t>Click to edit Master text styles</a:t>
            </a:r>
          </a:p>
        </p:txBody>
      </p:sp>
      <p:sp>
        <p:nvSpPr>
          <p:cNvPr id="28" name="Text Placeholder">
            <a:extLst>
              <a:ext uri="{FF2B5EF4-FFF2-40B4-BE49-F238E27FC236}">
                <a16:creationId xmlns:a16="http://schemas.microsoft.com/office/drawing/2014/main" id="{87417723-0E19-6F30-CACF-B842D282F0E3}"/>
              </a:ext>
            </a:extLst>
          </p:cNvPr>
          <p:cNvSpPr>
            <a:spLocks noGrp="1"/>
          </p:cNvSpPr>
          <p:nvPr>
            <p:ph type="body" sz="quarter" idx="19"/>
          </p:nvPr>
        </p:nvSpPr>
        <p:spPr>
          <a:xfrm>
            <a:off x="6139853" y="3041101"/>
            <a:ext cx="2256434" cy="465403"/>
          </a:xfrm>
          <a:prstGeom prst="rect">
            <a:avLst/>
          </a:prstGeom>
        </p:spPr>
        <p:txBody>
          <a:bodyPr lIns="0" tIns="0" rIns="0" bIns="0" anchor="ctr"/>
          <a:lstStyle>
            <a:lvl1pPr marL="0" indent="0" algn="ctr">
              <a:lnSpc>
                <a:spcPct val="100000"/>
              </a:lnSpc>
              <a:spcBef>
                <a:spcPts val="0"/>
              </a:spcBef>
              <a:buNone/>
              <a:defRPr sz="1200" b="1" i="0" cap="all" baseline="0">
                <a:solidFill>
                  <a:schemeClr val="bg2"/>
                </a:solidFill>
                <a:latin typeface="DM Sans" pitchFamily="2" charset="77"/>
              </a:defRPr>
            </a:lvl1pPr>
            <a:lvl2pPr marL="457200" indent="0">
              <a:buNone/>
              <a:defRPr/>
            </a:lvl2pPr>
          </a:lstStyle>
          <a:p>
            <a:pPr lvl="0"/>
            <a:r>
              <a:rPr lang="en-US"/>
              <a:t>Click to edit Master text styles</a:t>
            </a:r>
          </a:p>
        </p:txBody>
      </p:sp>
      <p:sp>
        <p:nvSpPr>
          <p:cNvPr id="23" name="Text Placeholder">
            <a:extLst>
              <a:ext uri="{FF2B5EF4-FFF2-40B4-BE49-F238E27FC236}">
                <a16:creationId xmlns:a16="http://schemas.microsoft.com/office/drawing/2014/main" id="{6B12A458-0959-EC33-3AC1-7DBA82A89F0E}"/>
              </a:ext>
            </a:extLst>
          </p:cNvPr>
          <p:cNvSpPr>
            <a:spLocks noGrp="1"/>
          </p:cNvSpPr>
          <p:nvPr>
            <p:ph type="body" sz="quarter" idx="16"/>
          </p:nvPr>
        </p:nvSpPr>
        <p:spPr>
          <a:xfrm>
            <a:off x="6139853" y="3555436"/>
            <a:ext cx="2256434" cy="817125"/>
          </a:xfrm>
          <a:prstGeom prst="rect">
            <a:avLst/>
          </a:prstGeom>
        </p:spPr>
        <p:txBody>
          <a:bodyPr lIns="0" tIns="0" rIns="0" bIns="0" anchor="t"/>
          <a:lstStyle>
            <a:lvl1pPr marL="0" indent="0" algn="ctr">
              <a:lnSpc>
                <a:spcPct val="100000"/>
              </a:lnSpc>
              <a:spcBef>
                <a:spcPts val="0"/>
              </a:spcBef>
              <a:buNone/>
              <a:defRPr sz="1200">
                <a:solidFill>
                  <a:schemeClr val="bg2"/>
                </a:solidFill>
                <a:latin typeface="+mn-lt"/>
              </a:defRPr>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3188910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kills">
    <p:bg>
      <p:bgPr>
        <a:solidFill>
          <a:schemeClr val="bg2"/>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78FBCCB8-CB80-5612-19B5-72C7C4BD1278}"/>
              </a:ext>
            </a:extLst>
          </p:cNvPr>
          <p:cNvGrpSpPr/>
          <p:nvPr userDrawn="1"/>
        </p:nvGrpSpPr>
        <p:grpSpPr>
          <a:xfrm>
            <a:off x="476250" y="476250"/>
            <a:ext cx="8191500" cy="4191000"/>
            <a:chOff x="476250" y="476250"/>
            <a:chExt cx="8191500" cy="4191000"/>
          </a:xfrm>
        </p:grpSpPr>
        <p:sp>
          <p:nvSpPr>
            <p:cNvPr id="24" name="Frame">
              <a:extLst>
                <a:ext uri="{FF2B5EF4-FFF2-40B4-BE49-F238E27FC236}">
                  <a16:creationId xmlns:a16="http://schemas.microsoft.com/office/drawing/2014/main" id="{490E5206-200E-D735-B7FC-B7EA6860F1A5}"/>
                </a:ext>
              </a:extLst>
            </p:cNvPr>
            <p:cNvSpPr>
              <a:spLocks/>
            </p:cNvSpPr>
            <p:nvPr/>
          </p:nvSpPr>
          <p:spPr>
            <a:xfrm>
              <a:off x="476250" y="476250"/>
              <a:ext cx="8191500" cy="4191000"/>
            </a:xfrm>
            <a:prstGeom prst="rect">
              <a:avLst/>
            </a:prstGeom>
            <a:noFill/>
            <a:ln w="12700">
              <a:solidFill>
                <a:srgbClr val="0F297F"/>
              </a:solidFill>
              <a:prstDash val="solid"/>
              <a:miter lim="800000"/>
            </a:ln>
          </p:spPr>
          <p:txBody>
            <a:bodyPr/>
            <a:lstStyle/>
            <a:p>
              <a:endParaRPr lang="en-US" dirty="0"/>
            </a:p>
          </p:txBody>
        </p:sp>
        <p:cxnSp>
          <p:nvCxnSpPr>
            <p:cNvPr id="27" name="Straight Connector">
              <a:extLst>
                <a:ext uri="{FF2B5EF4-FFF2-40B4-BE49-F238E27FC236}">
                  <a16:creationId xmlns:a16="http://schemas.microsoft.com/office/drawing/2014/main" id="{690EDF4C-E2EC-41D1-CB6B-DD2E7EC7E372}"/>
                </a:ext>
              </a:extLst>
            </p:cNvPr>
            <p:cNvCxnSpPr>
              <a:cxnSpLocks/>
            </p:cNvCxnSpPr>
            <p:nvPr userDrawn="1"/>
          </p:nvCxnSpPr>
          <p:spPr>
            <a:xfrm flipH="1">
              <a:off x="476250" y="1853969"/>
              <a:ext cx="8191500" cy="0"/>
            </a:xfrm>
            <a:prstGeom prst="line">
              <a:avLst/>
            </a:prstGeom>
            <a:ln w="12700">
              <a:solidFill>
                <a:srgbClr val="0F297F"/>
              </a:solidFill>
            </a:ln>
          </p:spPr>
          <p:style>
            <a:lnRef idx="1">
              <a:schemeClr val="accent1"/>
            </a:lnRef>
            <a:fillRef idx="0">
              <a:schemeClr val="accent1"/>
            </a:fillRef>
            <a:effectRef idx="0">
              <a:schemeClr val="accent1"/>
            </a:effectRef>
            <a:fontRef idx="minor">
              <a:schemeClr val="tx1"/>
            </a:fontRef>
          </p:style>
        </p:cxnSp>
      </p:grpSp>
      <p:sp>
        <p:nvSpPr>
          <p:cNvPr id="5" name="Title 1">
            <a:extLst>
              <a:ext uri="{FF2B5EF4-FFF2-40B4-BE49-F238E27FC236}">
                <a16:creationId xmlns:a16="http://schemas.microsoft.com/office/drawing/2014/main" id="{A6F9D682-D65D-614A-8B61-AD119104F926}"/>
              </a:ext>
            </a:extLst>
          </p:cNvPr>
          <p:cNvSpPr>
            <a:spLocks noGrp="1"/>
          </p:cNvSpPr>
          <p:nvPr userDrawn="1">
            <p:ph type="title"/>
          </p:nvPr>
        </p:nvSpPr>
        <p:spPr>
          <a:xfrm>
            <a:off x="747713" y="770516"/>
            <a:ext cx="7648574" cy="786384"/>
          </a:xfrm>
        </p:spPr>
        <p:txBody>
          <a:bodyPr>
            <a:normAutofit/>
          </a:bodyPr>
          <a:lstStyle>
            <a:lvl1pPr algn="l">
              <a:defRPr sz="3400"/>
            </a:lvl1pPr>
          </a:lstStyle>
          <a:p>
            <a:r>
              <a:rPr lang="en-US"/>
              <a:t>Click to edit Master title style</a:t>
            </a:r>
            <a:endParaRPr lang="en-US" dirty="0"/>
          </a:p>
        </p:txBody>
      </p:sp>
      <p:sp>
        <p:nvSpPr>
          <p:cNvPr id="11" name="Text Placeholder">
            <a:extLst>
              <a:ext uri="{FF2B5EF4-FFF2-40B4-BE49-F238E27FC236}">
                <a16:creationId xmlns:a16="http://schemas.microsoft.com/office/drawing/2014/main" id="{065CA733-690A-2B61-D074-893628148706}"/>
              </a:ext>
            </a:extLst>
          </p:cNvPr>
          <p:cNvSpPr>
            <a:spLocks noGrp="1"/>
          </p:cNvSpPr>
          <p:nvPr userDrawn="1">
            <p:ph type="body" sz="quarter" idx="16"/>
          </p:nvPr>
        </p:nvSpPr>
        <p:spPr>
          <a:xfrm>
            <a:off x="747713" y="2151039"/>
            <a:ext cx="2700163" cy="2221522"/>
          </a:xfrm>
          <a:prstGeom prst="rect">
            <a:avLst/>
          </a:prstGeom>
        </p:spPr>
        <p:txBody>
          <a:bodyPr lIns="0" tIns="0" rIns="0" bIns="0" anchor="t"/>
          <a:lstStyle>
            <a:lvl1pPr marL="0" marR="0" indent="0" algn="r" defTabSz="914400" rtl="0" eaLnBrk="1" fontAlgn="auto" latinLnBrk="0" hangingPunct="1">
              <a:lnSpc>
                <a:spcPct val="100000"/>
              </a:lnSpc>
              <a:spcBef>
                <a:spcPts val="0"/>
              </a:spcBef>
              <a:spcAft>
                <a:spcPts val="2400"/>
              </a:spcAft>
              <a:buClrTx/>
              <a:buSzTx/>
              <a:buFont typeface="+mj-lt"/>
              <a:buNone/>
              <a:tabLst/>
              <a:defRPr sz="1200">
                <a:solidFill>
                  <a:schemeClr val="tx2"/>
                </a:solidFill>
                <a:latin typeface="+mn-lt"/>
              </a:defRPr>
            </a:lvl1pPr>
            <a:lvl2pPr marL="457200" indent="0">
              <a:buNone/>
              <a:defRPr/>
            </a:lvl2pPr>
          </a:lstStyle>
          <a:p>
            <a:pPr lvl="0"/>
            <a:r>
              <a:rPr lang="en-US"/>
              <a:t>Click to edit Master text styles</a:t>
            </a:r>
          </a:p>
        </p:txBody>
      </p:sp>
      <p:sp>
        <p:nvSpPr>
          <p:cNvPr id="15" name="Text Placeholder 14">
            <a:extLst>
              <a:ext uri="{FF2B5EF4-FFF2-40B4-BE49-F238E27FC236}">
                <a16:creationId xmlns:a16="http://schemas.microsoft.com/office/drawing/2014/main" id="{F8AECBEE-3C15-D07E-ECAB-275B1F1763F3}"/>
              </a:ext>
            </a:extLst>
          </p:cNvPr>
          <p:cNvSpPr>
            <a:spLocks noGrp="1"/>
          </p:cNvSpPr>
          <p:nvPr userDrawn="1">
            <p:ph type="body" sz="quarter" idx="17" hasCustomPrompt="1"/>
          </p:nvPr>
        </p:nvSpPr>
        <p:spPr>
          <a:xfrm>
            <a:off x="3724275" y="2151063"/>
            <a:ext cx="3813048" cy="246888"/>
          </a:xfrm>
          <a:ln w="12700">
            <a:solidFill>
              <a:schemeClr val="tx2"/>
            </a:solidFill>
          </a:ln>
        </p:spPr>
        <p:txBody>
          <a:bodyPr anchor="ctr"/>
          <a:lstStyle>
            <a:lvl1pPr marL="0" indent="0">
              <a:buNone/>
              <a:defRPr>
                <a:noFill/>
              </a:defRPr>
            </a:lvl1pPr>
          </a:lstStyle>
          <a:p>
            <a:pPr lvl="0"/>
            <a:r>
              <a:rPr lang="en-US" dirty="0"/>
              <a:t>Border</a:t>
            </a:r>
          </a:p>
        </p:txBody>
      </p:sp>
      <p:sp>
        <p:nvSpPr>
          <p:cNvPr id="25" name="Text Placeholder 14">
            <a:extLst>
              <a:ext uri="{FF2B5EF4-FFF2-40B4-BE49-F238E27FC236}">
                <a16:creationId xmlns:a16="http://schemas.microsoft.com/office/drawing/2014/main" id="{E60F0388-4614-CC14-8B8D-A3D9D8DD3001}"/>
              </a:ext>
            </a:extLst>
          </p:cNvPr>
          <p:cNvSpPr>
            <a:spLocks noGrp="1"/>
          </p:cNvSpPr>
          <p:nvPr>
            <p:ph type="body" sz="quarter" idx="22" hasCustomPrompt="1"/>
          </p:nvPr>
        </p:nvSpPr>
        <p:spPr>
          <a:xfrm>
            <a:off x="3733419" y="2160207"/>
            <a:ext cx="3462337" cy="228600"/>
          </a:xfrm>
          <a:solidFill>
            <a:schemeClr val="accent1"/>
          </a:solidFill>
          <a:ln w="12700">
            <a:noFill/>
          </a:ln>
        </p:spPr>
        <p:txBody>
          <a:bodyPr anchor="ctr"/>
          <a:lstStyle>
            <a:lvl1pPr marL="0" indent="0">
              <a:buNone/>
              <a:defRPr>
                <a:noFill/>
              </a:defRPr>
            </a:lvl1pPr>
          </a:lstStyle>
          <a:p>
            <a:pPr lvl="0"/>
            <a:r>
              <a:rPr lang="en-US" dirty="0"/>
              <a:t>Fill</a:t>
            </a:r>
          </a:p>
        </p:txBody>
      </p:sp>
      <p:sp>
        <p:nvSpPr>
          <p:cNvPr id="18" name="Text Placeholder 14">
            <a:extLst>
              <a:ext uri="{FF2B5EF4-FFF2-40B4-BE49-F238E27FC236}">
                <a16:creationId xmlns:a16="http://schemas.microsoft.com/office/drawing/2014/main" id="{E85648D1-6528-5A36-DAC8-C7683AF5723C}"/>
              </a:ext>
            </a:extLst>
          </p:cNvPr>
          <p:cNvSpPr>
            <a:spLocks noGrp="1"/>
          </p:cNvSpPr>
          <p:nvPr userDrawn="1">
            <p:ph type="body" sz="quarter" idx="18" hasCustomPrompt="1"/>
          </p:nvPr>
        </p:nvSpPr>
        <p:spPr>
          <a:xfrm>
            <a:off x="3724275" y="2644037"/>
            <a:ext cx="3813048" cy="246888"/>
          </a:xfrm>
          <a:ln w="12700">
            <a:solidFill>
              <a:schemeClr val="tx2"/>
            </a:solidFill>
          </a:ln>
        </p:spPr>
        <p:txBody>
          <a:bodyPr anchor="ctr"/>
          <a:lstStyle>
            <a:lvl1pPr marL="0" indent="0">
              <a:buNone/>
              <a:defRPr>
                <a:noFill/>
              </a:defRPr>
            </a:lvl1pPr>
          </a:lstStyle>
          <a:p>
            <a:pPr lvl="0"/>
            <a:r>
              <a:rPr lang="en-US" dirty="0"/>
              <a:t>Border</a:t>
            </a:r>
          </a:p>
        </p:txBody>
      </p:sp>
      <p:sp>
        <p:nvSpPr>
          <p:cNvPr id="26" name="Text Placeholder 14">
            <a:extLst>
              <a:ext uri="{FF2B5EF4-FFF2-40B4-BE49-F238E27FC236}">
                <a16:creationId xmlns:a16="http://schemas.microsoft.com/office/drawing/2014/main" id="{41CB1D5C-C2B1-D800-9D91-3A1A19488EA9}"/>
              </a:ext>
            </a:extLst>
          </p:cNvPr>
          <p:cNvSpPr>
            <a:spLocks noGrp="1"/>
          </p:cNvSpPr>
          <p:nvPr>
            <p:ph type="body" sz="quarter" idx="23" hasCustomPrompt="1"/>
          </p:nvPr>
        </p:nvSpPr>
        <p:spPr>
          <a:xfrm>
            <a:off x="3733419" y="2653181"/>
            <a:ext cx="2600325" cy="228600"/>
          </a:xfrm>
          <a:solidFill>
            <a:schemeClr val="accent1"/>
          </a:solidFill>
          <a:ln w="12700">
            <a:noFill/>
          </a:ln>
        </p:spPr>
        <p:txBody>
          <a:bodyPr anchor="ctr"/>
          <a:lstStyle>
            <a:lvl1pPr marL="0" indent="0">
              <a:buNone/>
              <a:defRPr>
                <a:noFill/>
              </a:defRPr>
            </a:lvl1pPr>
          </a:lstStyle>
          <a:p>
            <a:pPr lvl="0"/>
            <a:r>
              <a:rPr lang="en-US" dirty="0"/>
              <a:t>Fill</a:t>
            </a:r>
          </a:p>
        </p:txBody>
      </p:sp>
      <p:sp>
        <p:nvSpPr>
          <p:cNvPr id="28" name="Text Placeholder 14">
            <a:extLst>
              <a:ext uri="{FF2B5EF4-FFF2-40B4-BE49-F238E27FC236}">
                <a16:creationId xmlns:a16="http://schemas.microsoft.com/office/drawing/2014/main" id="{B72E0006-4F7C-394F-9992-5936402412BF}"/>
              </a:ext>
            </a:extLst>
          </p:cNvPr>
          <p:cNvSpPr>
            <a:spLocks noGrp="1"/>
          </p:cNvSpPr>
          <p:nvPr>
            <p:ph type="body" sz="quarter" idx="24" hasCustomPrompt="1"/>
          </p:nvPr>
        </p:nvSpPr>
        <p:spPr>
          <a:xfrm>
            <a:off x="3733419" y="3146155"/>
            <a:ext cx="3794760" cy="228600"/>
          </a:xfrm>
          <a:solidFill>
            <a:schemeClr val="accent1"/>
          </a:solidFill>
          <a:ln w="12700">
            <a:noFill/>
          </a:ln>
        </p:spPr>
        <p:txBody>
          <a:bodyPr anchor="ctr"/>
          <a:lstStyle>
            <a:lvl1pPr marL="0" indent="0">
              <a:buNone/>
              <a:defRPr>
                <a:noFill/>
              </a:defRPr>
            </a:lvl1pPr>
          </a:lstStyle>
          <a:p>
            <a:pPr lvl="0"/>
            <a:r>
              <a:rPr lang="en-US" dirty="0"/>
              <a:t>Fill</a:t>
            </a:r>
          </a:p>
        </p:txBody>
      </p:sp>
      <p:sp>
        <p:nvSpPr>
          <p:cNvPr id="19" name="Text Placeholder 14">
            <a:extLst>
              <a:ext uri="{FF2B5EF4-FFF2-40B4-BE49-F238E27FC236}">
                <a16:creationId xmlns:a16="http://schemas.microsoft.com/office/drawing/2014/main" id="{7623E9DC-B148-298D-7F68-C20A9C371881}"/>
              </a:ext>
            </a:extLst>
          </p:cNvPr>
          <p:cNvSpPr>
            <a:spLocks noGrp="1"/>
          </p:cNvSpPr>
          <p:nvPr userDrawn="1">
            <p:ph type="body" sz="quarter" idx="19" hasCustomPrompt="1"/>
          </p:nvPr>
        </p:nvSpPr>
        <p:spPr>
          <a:xfrm>
            <a:off x="3724275" y="3137011"/>
            <a:ext cx="3813048" cy="246888"/>
          </a:xfrm>
          <a:ln w="12700">
            <a:solidFill>
              <a:schemeClr val="tx2"/>
            </a:solidFill>
          </a:ln>
        </p:spPr>
        <p:txBody>
          <a:bodyPr anchor="ctr"/>
          <a:lstStyle>
            <a:lvl1pPr marL="0" indent="0">
              <a:buNone/>
              <a:defRPr>
                <a:noFill/>
              </a:defRPr>
            </a:lvl1pPr>
          </a:lstStyle>
          <a:p>
            <a:pPr lvl="0"/>
            <a:r>
              <a:rPr lang="en-US" dirty="0"/>
              <a:t>Border</a:t>
            </a:r>
          </a:p>
        </p:txBody>
      </p:sp>
      <p:sp>
        <p:nvSpPr>
          <p:cNvPr id="20" name="Text Placeholder 14">
            <a:extLst>
              <a:ext uri="{FF2B5EF4-FFF2-40B4-BE49-F238E27FC236}">
                <a16:creationId xmlns:a16="http://schemas.microsoft.com/office/drawing/2014/main" id="{FC78891A-36B8-609A-5586-33C869A9B3F6}"/>
              </a:ext>
            </a:extLst>
          </p:cNvPr>
          <p:cNvSpPr>
            <a:spLocks noGrp="1"/>
          </p:cNvSpPr>
          <p:nvPr userDrawn="1">
            <p:ph type="body" sz="quarter" idx="20" hasCustomPrompt="1"/>
          </p:nvPr>
        </p:nvSpPr>
        <p:spPr>
          <a:xfrm>
            <a:off x="3724275" y="3629985"/>
            <a:ext cx="3813048" cy="246888"/>
          </a:xfrm>
          <a:ln w="12700">
            <a:solidFill>
              <a:schemeClr val="tx2"/>
            </a:solidFill>
          </a:ln>
        </p:spPr>
        <p:txBody>
          <a:bodyPr anchor="ctr"/>
          <a:lstStyle>
            <a:lvl1pPr marL="0" indent="0">
              <a:buNone/>
              <a:defRPr>
                <a:noFill/>
              </a:defRPr>
            </a:lvl1pPr>
          </a:lstStyle>
          <a:p>
            <a:pPr lvl="0"/>
            <a:r>
              <a:rPr lang="en-US" dirty="0"/>
              <a:t>Border</a:t>
            </a:r>
          </a:p>
        </p:txBody>
      </p:sp>
      <p:sp>
        <p:nvSpPr>
          <p:cNvPr id="29" name="Text Placeholder 14">
            <a:extLst>
              <a:ext uri="{FF2B5EF4-FFF2-40B4-BE49-F238E27FC236}">
                <a16:creationId xmlns:a16="http://schemas.microsoft.com/office/drawing/2014/main" id="{1941C673-95AB-2561-B61B-7CADDD870BBF}"/>
              </a:ext>
            </a:extLst>
          </p:cNvPr>
          <p:cNvSpPr>
            <a:spLocks noGrp="1"/>
          </p:cNvSpPr>
          <p:nvPr>
            <p:ph type="body" sz="quarter" idx="25" hasCustomPrompt="1"/>
          </p:nvPr>
        </p:nvSpPr>
        <p:spPr>
          <a:xfrm>
            <a:off x="3733419" y="3639129"/>
            <a:ext cx="2600325" cy="228600"/>
          </a:xfrm>
          <a:solidFill>
            <a:schemeClr val="accent1"/>
          </a:solidFill>
          <a:ln w="12700">
            <a:noFill/>
          </a:ln>
        </p:spPr>
        <p:txBody>
          <a:bodyPr anchor="ctr"/>
          <a:lstStyle>
            <a:lvl1pPr marL="0" indent="0">
              <a:buNone/>
              <a:defRPr>
                <a:noFill/>
              </a:defRPr>
            </a:lvl1pPr>
          </a:lstStyle>
          <a:p>
            <a:pPr lvl="0"/>
            <a:r>
              <a:rPr lang="en-US" dirty="0"/>
              <a:t>Fill</a:t>
            </a:r>
          </a:p>
        </p:txBody>
      </p:sp>
      <p:sp>
        <p:nvSpPr>
          <p:cNvPr id="21" name="Text Placeholder 14">
            <a:extLst>
              <a:ext uri="{FF2B5EF4-FFF2-40B4-BE49-F238E27FC236}">
                <a16:creationId xmlns:a16="http://schemas.microsoft.com/office/drawing/2014/main" id="{28439DCC-2F4A-B600-E84D-54488D523D63}"/>
              </a:ext>
            </a:extLst>
          </p:cNvPr>
          <p:cNvSpPr>
            <a:spLocks noGrp="1"/>
          </p:cNvSpPr>
          <p:nvPr userDrawn="1">
            <p:ph type="body" sz="quarter" idx="21" hasCustomPrompt="1"/>
          </p:nvPr>
        </p:nvSpPr>
        <p:spPr>
          <a:xfrm>
            <a:off x="3724275" y="4122959"/>
            <a:ext cx="3813048" cy="246888"/>
          </a:xfrm>
          <a:ln w="12700">
            <a:solidFill>
              <a:schemeClr val="tx2"/>
            </a:solidFill>
          </a:ln>
        </p:spPr>
        <p:txBody>
          <a:bodyPr anchor="ctr"/>
          <a:lstStyle>
            <a:lvl1pPr marL="0" indent="0">
              <a:buNone/>
              <a:defRPr>
                <a:noFill/>
              </a:defRPr>
            </a:lvl1pPr>
          </a:lstStyle>
          <a:p>
            <a:pPr lvl="0"/>
            <a:r>
              <a:rPr lang="en-US" dirty="0"/>
              <a:t>Border</a:t>
            </a:r>
          </a:p>
        </p:txBody>
      </p:sp>
      <p:sp>
        <p:nvSpPr>
          <p:cNvPr id="30" name="Text Placeholder 14">
            <a:extLst>
              <a:ext uri="{FF2B5EF4-FFF2-40B4-BE49-F238E27FC236}">
                <a16:creationId xmlns:a16="http://schemas.microsoft.com/office/drawing/2014/main" id="{050C3743-6EC2-29AD-A589-754353B27DF1}"/>
              </a:ext>
            </a:extLst>
          </p:cNvPr>
          <p:cNvSpPr>
            <a:spLocks noGrp="1"/>
          </p:cNvSpPr>
          <p:nvPr>
            <p:ph type="body" sz="quarter" idx="26" hasCustomPrompt="1"/>
          </p:nvPr>
        </p:nvSpPr>
        <p:spPr>
          <a:xfrm>
            <a:off x="3733419" y="4132103"/>
            <a:ext cx="3794760" cy="228600"/>
          </a:xfrm>
          <a:solidFill>
            <a:schemeClr val="accent1"/>
          </a:solidFill>
          <a:ln w="12700">
            <a:noFill/>
          </a:ln>
        </p:spPr>
        <p:txBody>
          <a:bodyPr anchor="ctr"/>
          <a:lstStyle>
            <a:lvl1pPr marL="0" indent="0">
              <a:buNone/>
              <a:defRPr>
                <a:noFill/>
              </a:defRPr>
            </a:lvl1pPr>
          </a:lstStyle>
          <a:p>
            <a:pPr lvl="0"/>
            <a:r>
              <a:rPr lang="en-US" dirty="0"/>
              <a:t>Fill</a:t>
            </a:r>
          </a:p>
        </p:txBody>
      </p:sp>
    </p:spTree>
    <p:extLst>
      <p:ext uri="{BB962C8B-B14F-4D97-AF65-F5344CB8AC3E}">
        <p14:creationId xmlns:p14="http://schemas.microsoft.com/office/powerpoint/2010/main" val="2230225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ndustry Impact">
    <p:bg>
      <p:bgPr>
        <a:solidFill>
          <a:schemeClr val="tx2"/>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C85F61E5-7155-6CC1-3B2E-C8D269D681A6}"/>
              </a:ext>
            </a:extLst>
          </p:cNvPr>
          <p:cNvGrpSpPr/>
          <p:nvPr userDrawn="1"/>
        </p:nvGrpSpPr>
        <p:grpSpPr>
          <a:xfrm>
            <a:off x="476250" y="473868"/>
            <a:ext cx="8191500" cy="4193382"/>
            <a:chOff x="476250" y="473868"/>
            <a:chExt cx="8191500" cy="4193382"/>
          </a:xfrm>
        </p:grpSpPr>
        <p:sp>
          <p:nvSpPr>
            <p:cNvPr id="8" name="Frame">
              <a:extLst>
                <a:ext uri="{FF2B5EF4-FFF2-40B4-BE49-F238E27FC236}">
                  <a16:creationId xmlns:a16="http://schemas.microsoft.com/office/drawing/2014/main" id="{80F73A63-A8A8-09F0-AA12-CF205DB7357C}"/>
                </a:ext>
              </a:extLst>
            </p:cNvPr>
            <p:cNvSpPr>
              <a:spLocks/>
            </p:cNvSpPr>
            <p:nvPr/>
          </p:nvSpPr>
          <p:spPr>
            <a:xfrm>
              <a:off x="476250" y="476250"/>
              <a:ext cx="8191500" cy="4191000"/>
            </a:xfrm>
            <a:prstGeom prst="rect">
              <a:avLst/>
            </a:prstGeom>
            <a:noFill/>
            <a:ln w="12700">
              <a:solidFill>
                <a:schemeClr val="bg2"/>
              </a:solidFill>
              <a:prstDash val="solid"/>
              <a:miter lim="800000"/>
            </a:ln>
          </p:spPr>
          <p:txBody>
            <a:bodyPr/>
            <a:lstStyle/>
            <a:p>
              <a:endParaRPr lang="en-US" dirty="0"/>
            </a:p>
          </p:txBody>
        </p:sp>
        <p:cxnSp>
          <p:nvCxnSpPr>
            <p:cNvPr id="11" name="Straight Connector">
              <a:extLst>
                <a:ext uri="{FF2B5EF4-FFF2-40B4-BE49-F238E27FC236}">
                  <a16:creationId xmlns:a16="http://schemas.microsoft.com/office/drawing/2014/main" id="{22221942-CF76-5EBC-5BDB-AEF8B6B7362A}"/>
                </a:ext>
              </a:extLst>
            </p:cNvPr>
            <p:cNvCxnSpPr>
              <a:cxnSpLocks/>
            </p:cNvCxnSpPr>
            <p:nvPr userDrawn="1"/>
          </p:nvCxnSpPr>
          <p:spPr>
            <a:xfrm>
              <a:off x="5852667" y="473868"/>
              <a:ext cx="0" cy="419100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Straight Connector">
              <a:extLst>
                <a:ext uri="{FF2B5EF4-FFF2-40B4-BE49-F238E27FC236}">
                  <a16:creationId xmlns:a16="http://schemas.microsoft.com/office/drawing/2014/main" id="{26EF262A-6DEC-C822-2742-A7A421CB09FF}"/>
                </a:ext>
              </a:extLst>
            </p:cNvPr>
            <p:cNvCxnSpPr>
              <a:cxnSpLocks/>
            </p:cNvCxnSpPr>
            <p:nvPr userDrawn="1"/>
          </p:nvCxnSpPr>
          <p:spPr>
            <a:xfrm flipH="1">
              <a:off x="476250" y="1853969"/>
              <a:ext cx="5376417"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A836337A-F069-463A-9A47-3E668566D80E}"/>
              </a:ext>
            </a:extLst>
          </p:cNvPr>
          <p:cNvSpPr>
            <a:spLocks noGrp="1"/>
          </p:cNvSpPr>
          <p:nvPr>
            <p:ph type="title"/>
          </p:nvPr>
        </p:nvSpPr>
        <p:spPr>
          <a:xfrm>
            <a:off x="747713" y="770516"/>
            <a:ext cx="4818559" cy="786384"/>
          </a:xfrm>
        </p:spPr>
        <p:txBody>
          <a:bodyPr>
            <a:normAutofit/>
          </a:bodyPr>
          <a:lstStyle>
            <a:lvl1pPr algn="l">
              <a:defRPr sz="3400">
                <a:solidFill>
                  <a:schemeClr val="bg1"/>
                </a:solidFill>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A22F037-3603-62FF-0CB3-3FA5CE11FC92}"/>
              </a:ext>
            </a:extLst>
          </p:cNvPr>
          <p:cNvSpPr>
            <a:spLocks noGrp="1"/>
          </p:cNvSpPr>
          <p:nvPr>
            <p:ph type="body" sz="quarter" idx="14"/>
          </p:nvPr>
        </p:nvSpPr>
        <p:spPr>
          <a:xfrm>
            <a:off x="747713" y="2151063"/>
            <a:ext cx="4818062" cy="2244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a:extLst>
              <a:ext uri="{FF2B5EF4-FFF2-40B4-BE49-F238E27FC236}">
                <a16:creationId xmlns:a16="http://schemas.microsoft.com/office/drawing/2014/main" id="{36767AFB-D86D-4890-0662-EACF6A8E211A}"/>
              </a:ext>
            </a:extLst>
          </p:cNvPr>
          <p:cNvSpPr>
            <a:spLocks noGrp="1"/>
          </p:cNvSpPr>
          <p:nvPr>
            <p:ph type="pic" sz="quarter" idx="12" hasCustomPrompt="1"/>
          </p:nvPr>
        </p:nvSpPr>
        <p:spPr>
          <a:xfrm>
            <a:off x="6138500" y="747712"/>
            <a:ext cx="2242859" cy="1676398"/>
          </a:xfrm>
          <a:prstGeom prst="rect">
            <a:avLst/>
          </a:prstGeom>
          <a:blipFill>
            <a:blip r:embed="rId2">
              <a:alphaModFix amt="60000"/>
            </a:blip>
            <a:srcRect/>
            <a:stretch>
              <a:fillRect l="-537" r="-537"/>
            </a:stretch>
          </a:blipFill>
        </p:spPr>
        <p:txBody>
          <a:bodyPr/>
          <a:lstStyle>
            <a:lvl1pPr marL="0" indent="0">
              <a:buNone/>
              <a:defRPr/>
            </a:lvl1pPr>
          </a:lstStyle>
          <a:p>
            <a:r>
              <a:rPr lang="en-US" dirty="0"/>
              <a:t>  </a:t>
            </a:r>
          </a:p>
        </p:txBody>
      </p:sp>
      <p:sp>
        <p:nvSpPr>
          <p:cNvPr id="18" name="Picture Placeholder">
            <a:extLst>
              <a:ext uri="{FF2B5EF4-FFF2-40B4-BE49-F238E27FC236}">
                <a16:creationId xmlns:a16="http://schemas.microsoft.com/office/drawing/2014/main" id="{E7F2DAAF-ADF6-7CC7-5C85-802B477012B2}"/>
              </a:ext>
            </a:extLst>
          </p:cNvPr>
          <p:cNvSpPr>
            <a:spLocks noGrp="1"/>
          </p:cNvSpPr>
          <p:nvPr>
            <p:ph type="pic" sz="quarter" idx="13" hasCustomPrompt="1"/>
          </p:nvPr>
        </p:nvSpPr>
        <p:spPr>
          <a:xfrm>
            <a:off x="6138499" y="2719391"/>
            <a:ext cx="2242859" cy="1676398"/>
          </a:xfrm>
          <a:prstGeom prst="rect">
            <a:avLst/>
          </a:prstGeom>
          <a:blipFill>
            <a:blip r:embed="rId3">
              <a:alphaModFix amt="6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319988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ducation">
    <p:bg>
      <p:bgPr>
        <a:solidFill>
          <a:schemeClr val="bg2"/>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876941BB-CC3C-D560-D98B-5816A4C0276A}"/>
              </a:ext>
            </a:extLst>
          </p:cNvPr>
          <p:cNvGrpSpPr/>
          <p:nvPr userDrawn="1"/>
        </p:nvGrpSpPr>
        <p:grpSpPr>
          <a:xfrm>
            <a:off x="476250" y="476250"/>
            <a:ext cx="8191500" cy="4191000"/>
            <a:chOff x="476250" y="476250"/>
            <a:chExt cx="8191500" cy="4191000"/>
          </a:xfrm>
        </p:grpSpPr>
        <p:sp>
          <p:nvSpPr>
            <p:cNvPr id="15" name="Frame">
              <a:extLst>
                <a:ext uri="{FF2B5EF4-FFF2-40B4-BE49-F238E27FC236}">
                  <a16:creationId xmlns:a16="http://schemas.microsoft.com/office/drawing/2014/main" id="{DDBC1A84-BB12-C258-C77A-795ED6D8F53E}"/>
                </a:ext>
              </a:extLst>
            </p:cNvPr>
            <p:cNvSpPr>
              <a:spLocks/>
            </p:cNvSpPr>
            <p:nvPr/>
          </p:nvSpPr>
          <p:spPr>
            <a:xfrm>
              <a:off x="476250" y="476250"/>
              <a:ext cx="8191500" cy="4191000"/>
            </a:xfrm>
            <a:prstGeom prst="rect">
              <a:avLst/>
            </a:prstGeom>
            <a:noFill/>
            <a:ln w="12700">
              <a:solidFill>
                <a:srgbClr val="0F297F"/>
              </a:solidFill>
              <a:prstDash val="solid"/>
              <a:miter lim="800000"/>
            </a:ln>
          </p:spPr>
          <p:txBody>
            <a:bodyPr/>
            <a:lstStyle/>
            <a:p>
              <a:endParaRPr lang="en-US" dirty="0"/>
            </a:p>
          </p:txBody>
        </p:sp>
        <p:cxnSp>
          <p:nvCxnSpPr>
            <p:cNvPr id="17" name="Straight Connector">
              <a:extLst>
                <a:ext uri="{FF2B5EF4-FFF2-40B4-BE49-F238E27FC236}">
                  <a16:creationId xmlns:a16="http://schemas.microsoft.com/office/drawing/2014/main" id="{F65832C3-A7CC-A99A-8A2A-F17AC0118157}"/>
                </a:ext>
              </a:extLst>
            </p:cNvPr>
            <p:cNvCxnSpPr>
              <a:cxnSpLocks/>
            </p:cNvCxnSpPr>
            <p:nvPr userDrawn="1"/>
          </p:nvCxnSpPr>
          <p:spPr>
            <a:xfrm flipH="1">
              <a:off x="476250" y="1853969"/>
              <a:ext cx="8191500" cy="0"/>
            </a:xfrm>
            <a:prstGeom prst="line">
              <a:avLst/>
            </a:prstGeom>
            <a:ln w="12700">
              <a:solidFill>
                <a:srgbClr val="0F297F"/>
              </a:solidFill>
            </a:ln>
          </p:spPr>
          <p:style>
            <a:lnRef idx="1">
              <a:schemeClr val="accent1"/>
            </a:lnRef>
            <a:fillRef idx="0">
              <a:schemeClr val="accent1"/>
            </a:fillRef>
            <a:effectRef idx="0">
              <a:schemeClr val="accent1"/>
            </a:effectRef>
            <a:fontRef idx="minor">
              <a:schemeClr val="tx1"/>
            </a:fontRef>
          </p:style>
        </p:cxnSp>
      </p:grpSp>
      <p:grpSp>
        <p:nvGrpSpPr>
          <p:cNvPr id="55" name="Box fill">
            <a:extLst>
              <a:ext uri="{FF2B5EF4-FFF2-40B4-BE49-F238E27FC236}">
                <a16:creationId xmlns:a16="http://schemas.microsoft.com/office/drawing/2014/main" id="{2F5115DE-6442-C72B-2E76-E71583198BC7}"/>
              </a:ext>
            </a:extLst>
          </p:cNvPr>
          <p:cNvGrpSpPr/>
          <p:nvPr userDrawn="1"/>
        </p:nvGrpSpPr>
        <p:grpSpPr>
          <a:xfrm>
            <a:off x="757575" y="2146673"/>
            <a:ext cx="4866226" cy="2225888"/>
            <a:chOff x="757575" y="2146673"/>
            <a:chExt cx="4866226" cy="2225888"/>
          </a:xfrm>
        </p:grpSpPr>
        <p:sp>
          <p:nvSpPr>
            <p:cNvPr id="30" name="Object6">
              <a:extLst>
                <a:ext uri="{FF2B5EF4-FFF2-40B4-BE49-F238E27FC236}">
                  <a16:creationId xmlns:a16="http://schemas.microsoft.com/office/drawing/2014/main" id="{161AE7DD-A46C-F7C7-45E3-E630BB8AE577}"/>
                </a:ext>
              </a:extLst>
            </p:cNvPr>
            <p:cNvSpPr/>
            <p:nvPr userDrawn="1"/>
          </p:nvSpPr>
          <p:spPr>
            <a:xfrm>
              <a:off x="757575" y="2146673"/>
              <a:ext cx="913051" cy="960120"/>
            </a:xfrm>
            <a:prstGeom prst="rect">
              <a:avLst/>
            </a:prstGeom>
            <a:solidFill>
              <a:schemeClr val="accent1"/>
            </a:solidFill>
            <a:ln w="12700">
              <a:solidFill>
                <a:schemeClr val="tx2"/>
              </a:solidFill>
              <a:prstDash val="solid"/>
            </a:ln>
          </p:spPr>
          <p:txBody>
            <a:bodyPr/>
            <a:lstStyle/>
            <a:p>
              <a:endParaRPr lang="en-US" dirty="0"/>
            </a:p>
          </p:txBody>
        </p:sp>
        <p:sp>
          <p:nvSpPr>
            <p:cNvPr id="33" name="Object6">
              <a:extLst>
                <a:ext uri="{FF2B5EF4-FFF2-40B4-BE49-F238E27FC236}">
                  <a16:creationId xmlns:a16="http://schemas.microsoft.com/office/drawing/2014/main" id="{24D6FF7D-D6F9-1755-67DD-2F5D3D7F6EA0}"/>
                </a:ext>
              </a:extLst>
            </p:cNvPr>
            <p:cNvSpPr/>
            <p:nvPr userDrawn="1"/>
          </p:nvSpPr>
          <p:spPr>
            <a:xfrm>
              <a:off x="757575" y="3412441"/>
              <a:ext cx="913051" cy="960120"/>
            </a:xfrm>
            <a:prstGeom prst="rect">
              <a:avLst/>
            </a:prstGeom>
            <a:solidFill>
              <a:schemeClr val="accent1"/>
            </a:solidFill>
            <a:ln w="12700">
              <a:solidFill>
                <a:schemeClr val="tx2"/>
              </a:solidFill>
              <a:prstDash val="solid"/>
            </a:ln>
          </p:spPr>
          <p:txBody>
            <a:bodyPr/>
            <a:lstStyle/>
            <a:p>
              <a:endParaRPr lang="en-US" dirty="0"/>
            </a:p>
          </p:txBody>
        </p:sp>
        <p:sp>
          <p:nvSpPr>
            <p:cNvPr id="37" name="Object6">
              <a:extLst>
                <a:ext uri="{FF2B5EF4-FFF2-40B4-BE49-F238E27FC236}">
                  <a16:creationId xmlns:a16="http://schemas.microsoft.com/office/drawing/2014/main" id="{6F4E2C56-FED6-EC2E-1EBA-C04F9773FB0F}"/>
                </a:ext>
              </a:extLst>
            </p:cNvPr>
            <p:cNvSpPr/>
            <p:nvPr userDrawn="1"/>
          </p:nvSpPr>
          <p:spPr>
            <a:xfrm>
              <a:off x="4710750" y="2146673"/>
              <a:ext cx="913051" cy="960120"/>
            </a:xfrm>
            <a:prstGeom prst="rect">
              <a:avLst/>
            </a:prstGeom>
            <a:solidFill>
              <a:schemeClr val="accent1"/>
            </a:solidFill>
            <a:ln w="12700">
              <a:solidFill>
                <a:schemeClr val="tx2"/>
              </a:solidFill>
              <a:prstDash val="solid"/>
            </a:ln>
          </p:spPr>
          <p:txBody>
            <a:bodyPr/>
            <a:lstStyle/>
            <a:p>
              <a:endParaRPr lang="en-US" dirty="0"/>
            </a:p>
          </p:txBody>
        </p:sp>
        <p:sp>
          <p:nvSpPr>
            <p:cNvPr id="45" name="Object6">
              <a:extLst>
                <a:ext uri="{FF2B5EF4-FFF2-40B4-BE49-F238E27FC236}">
                  <a16:creationId xmlns:a16="http://schemas.microsoft.com/office/drawing/2014/main" id="{C80A666D-7FE2-DE0E-0908-F5E928DCAD2B}"/>
                </a:ext>
              </a:extLst>
            </p:cNvPr>
            <p:cNvSpPr/>
            <p:nvPr userDrawn="1"/>
          </p:nvSpPr>
          <p:spPr>
            <a:xfrm>
              <a:off x="4710750" y="3412441"/>
              <a:ext cx="913051" cy="960120"/>
            </a:xfrm>
            <a:prstGeom prst="rect">
              <a:avLst/>
            </a:prstGeom>
            <a:solidFill>
              <a:schemeClr val="accent1"/>
            </a:solidFill>
            <a:ln w="12700">
              <a:solidFill>
                <a:schemeClr val="tx2"/>
              </a:solidFill>
              <a:prstDash val="solid"/>
            </a:ln>
          </p:spPr>
          <p:txBody>
            <a:bodyPr/>
            <a:lstStyle/>
            <a:p>
              <a:endParaRPr lang="en-US" dirty="0"/>
            </a:p>
          </p:txBody>
        </p:sp>
      </p:grpSp>
      <p:grpSp>
        <p:nvGrpSpPr>
          <p:cNvPr id="52" name="Box outline">
            <a:extLst>
              <a:ext uri="{FF2B5EF4-FFF2-40B4-BE49-F238E27FC236}">
                <a16:creationId xmlns:a16="http://schemas.microsoft.com/office/drawing/2014/main" id="{92167C07-BA04-4801-B82B-E394780691C7}"/>
              </a:ext>
            </a:extLst>
          </p:cNvPr>
          <p:cNvGrpSpPr/>
          <p:nvPr userDrawn="1"/>
        </p:nvGrpSpPr>
        <p:grpSpPr>
          <a:xfrm>
            <a:off x="757575" y="2146673"/>
            <a:ext cx="7628852" cy="2225888"/>
            <a:chOff x="757575" y="2146673"/>
            <a:chExt cx="7628852" cy="2225888"/>
          </a:xfrm>
        </p:grpSpPr>
        <p:sp>
          <p:nvSpPr>
            <p:cNvPr id="22" name="Object6">
              <a:extLst>
                <a:ext uri="{FF2B5EF4-FFF2-40B4-BE49-F238E27FC236}">
                  <a16:creationId xmlns:a16="http://schemas.microsoft.com/office/drawing/2014/main" id="{5C9F0447-530E-D294-A3FB-1ACC5885819C}"/>
                </a:ext>
              </a:extLst>
            </p:cNvPr>
            <p:cNvSpPr/>
            <p:nvPr/>
          </p:nvSpPr>
          <p:spPr>
            <a:xfrm>
              <a:off x="757575" y="2146673"/>
              <a:ext cx="3675677" cy="960120"/>
            </a:xfrm>
            <a:prstGeom prst="rect">
              <a:avLst/>
            </a:prstGeom>
            <a:solidFill>
              <a:srgbClr val="FFFFFF">
                <a:alpha val="0"/>
              </a:srgbClr>
            </a:solidFill>
            <a:ln w="12700">
              <a:solidFill>
                <a:schemeClr val="tx2"/>
              </a:solidFill>
              <a:prstDash val="solid"/>
            </a:ln>
          </p:spPr>
          <p:txBody>
            <a:bodyPr/>
            <a:lstStyle/>
            <a:p>
              <a:endParaRPr lang="en-US" dirty="0"/>
            </a:p>
          </p:txBody>
        </p:sp>
        <p:sp>
          <p:nvSpPr>
            <p:cNvPr id="34" name="Object6">
              <a:extLst>
                <a:ext uri="{FF2B5EF4-FFF2-40B4-BE49-F238E27FC236}">
                  <a16:creationId xmlns:a16="http://schemas.microsoft.com/office/drawing/2014/main" id="{9F4B1D19-585F-BED1-A0AF-78EA551EE252}"/>
                </a:ext>
              </a:extLst>
            </p:cNvPr>
            <p:cNvSpPr/>
            <p:nvPr userDrawn="1"/>
          </p:nvSpPr>
          <p:spPr>
            <a:xfrm>
              <a:off x="757575" y="3412441"/>
              <a:ext cx="3675677" cy="960120"/>
            </a:xfrm>
            <a:prstGeom prst="rect">
              <a:avLst/>
            </a:prstGeom>
            <a:solidFill>
              <a:srgbClr val="FFFFFF">
                <a:alpha val="0"/>
              </a:srgbClr>
            </a:solidFill>
            <a:ln w="12700">
              <a:solidFill>
                <a:schemeClr val="tx2"/>
              </a:solidFill>
              <a:prstDash val="solid"/>
            </a:ln>
          </p:spPr>
          <p:txBody>
            <a:bodyPr/>
            <a:lstStyle/>
            <a:p>
              <a:endParaRPr lang="en-US" dirty="0"/>
            </a:p>
          </p:txBody>
        </p:sp>
        <p:sp>
          <p:nvSpPr>
            <p:cNvPr id="38" name="Object6">
              <a:extLst>
                <a:ext uri="{FF2B5EF4-FFF2-40B4-BE49-F238E27FC236}">
                  <a16:creationId xmlns:a16="http://schemas.microsoft.com/office/drawing/2014/main" id="{41080DA2-E469-617D-B42E-53A91D625610}"/>
                </a:ext>
              </a:extLst>
            </p:cNvPr>
            <p:cNvSpPr/>
            <p:nvPr userDrawn="1"/>
          </p:nvSpPr>
          <p:spPr>
            <a:xfrm>
              <a:off x="4710750" y="2146673"/>
              <a:ext cx="3675677" cy="960120"/>
            </a:xfrm>
            <a:prstGeom prst="rect">
              <a:avLst/>
            </a:prstGeom>
            <a:solidFill>
              <a:srgbClr val="FFFFFF">
                <a:alpha val="0"/>
              </a:srgbClr>
            </a:solidFill>
            <a:ln w="12700">
              <a:solidFill>
                <a:schemeClr val="tx2"/>
              </a:solidFill>
              <a:prstDash val="solid"/>
            </a:ln>
          </p:spPr>
          <p:txBody>
            <a:bodyPr/>
            <a:lstStyle/>
            <a:p>
              <a:endParaRPr lang="en-US" dirty="0"/>
            </a:p>
          </p:txBody>
        </p:sp>
        <p:sp>
          <p:nvSpPr>
            <p:cNvPr id="46" name="Object6">
              <a:extLst>
                <a:ext uri="{FF2B5EF4-FFF2-40B4-BE49-F238E27FC236}">
                  <a16:creationId xmlns:a16="http://schemas.microsoft.com/office/drawing/2014/main" id="{FBE8E05F-0E31-AC0E-D0DA-189276651E07}"/>
                </a:ext>
              </a:extLst>
            </p:cNvPr>
            <p:cNvSpPr/>
            <p:nvPr userDrawn="1"/>
          </p:nvSpPr>
          <p:spPr>
            <a:xfrm>
              <a:off x="4710750" y="3412441"/>
              <a:ext cx="3675677" cy="960120"/>
            </a:xfrm>
            <a:prstGeom prst="rect">
              <a:avLst/>
            </a:prstGeom>
            <a:solidFill>
              <a:srgbClr val="FFFFFF">
                <a:alpha val="0"/>
              </a:srgbClr>
            </a:solidFill>
            <a:ln w="12700">
              <a:solidFill>
                <a:schemeClr val="tx2"/>
              </a:solidFill>
              <a:prstDash val="solid"/>
            </a:ln>
          </p:spPr>
          <p:txBody>
            <a:bodyPr/>
            <a:lstStyle/>
            <a:p>
              <a:endParaRPr lang="en-US" dirty="0"/>
            </a:p>
          </p:txBody>
        </p:sp>
      </p:grpSp>
      <p:sp>
        <p:nvSpPr>
          <p:cNvPr id="2" name="Title 1">
            <a:extLst>
              <a:ext uri="{FF2B5EF4-FFF2-40B4-BE49-F238E27FC236}">
                <a16:creationId xmlns:a16="http://schemas.microsoft.com/office/drawing/2014/main" id="{9FDE92DA-883F-B529-8EDE-32766483A046}"/>
              </a:ext>
            </a:extLst>
          </p:cNvPr>
          <p:cNvSpPr>
            <a:spLocks noGrp="1"/>
          </p:cNvSpPr>
          <p:nvPr>
            <p:ph type="title"/>
          </p:nvPr>
        </p:nvSpPr>
        <p:spPr>
          <a:xfrm>
            <a:off x="747713" y="770516"/>
            <a:ext cx="7648574" cy="786384"/>
          </a:xfrm>
        </p:spPr>
        <p:txBody>
          <a:bodyPr>
            <a:normAutofit/>
          </a:bodyPr>
          <a:lstStyle>
            <a:lvl1pPr algn="l">
              <a:defRPr sz="3400"/>
            </a:lvl1pPr>
          </a:lstStyle>
          <a:p>
            <a:r>
              <a:rPr lang="en-US"/>
              <a:t>Click to edit Master title style</a:t>
            </a:r>
            <a:endParaRPr lang="en-US" dirty="0"/>
          </a:p>
        </p:txBody>
      </p:sp>
      <p:sp>
        <p:nvSpPr>
          <p:cNvPr id="42" name="Text Placeholder">
            <a:extLst>
              <a:ext uri="{FF2B5EF4-FFF2-40B4-BE49-F238E27FC236}">
                <a16:creationId xmlns:a16="http://schemas.microsoft.com/office/drawing/2014/main" id="{46055329-13EA-35AC-53BB-01030C4B16AC}"/>
              </a:ext>
            </a:extLst>
          </p:cNvPr>
          <p:cNvSpPr>
            <a:spLocks noGrp="1"/>
          </p:cNvSpPr>
          <p:nvPr>
            <p:ph type="body" sz="quarter" idx="20"/>
          </p:nvPr>
        </p:nvSpPr>
        <p:spPr>
          <a:xfrm>
            <a:off x="897391" y="2282804"/>
            <a:ext cx="633416" cy="690241"/>
          </a:xfrm>
          <a:prstGeom prst="rect">
            <a:avLst/>
          </a:prstGeom>
        </p:spPr>
        <p:txBody>
          <a:bodyPr lIns="0" tIns="0" rIns="0" bIns="0" anchor="ctr"/>
          <a:lstStyle>
            <a:lvl1pPr marL="0" indent="0" algn="ctr">
              <a:lnSpc>
                <a:spcPct val="100000"/>
              </a:lnSpc>
              <a:spcBef>
                <a:spcPts val="0"/>
              </a:spcBef>
              <a:buNone/>
              <a:defRPr sz="1200" b="1" i="0" cap="all" baseline="0">
                <a:solidFill>
                  <a:schemeClr val="tx2"/>
                </a:solidFill>
                <a:latin typeface="DM Sans" pitchFamily="2" charset="77"/>
              </a:defRPr>
            </a:lvl1pPr>
            <a:lvl2pPr marL="457200" indent="0">
              <a:buNone/>
              <a:defRPr/>
            </a:lvl2pPr>
          </a:lstStyle>
          <a:p>
            <a:pPr lvl="0"/>
            <a:r>
              <a:rPr lang="en-US"/>
              <a:t>Click to edit Master text styles</a:t>
            </a:r>
          </a:p>
        </p:txBody>
      </p:sp>
      <p:sp>
        <p:nvSpPr>
          <p:cNvPr id="4" name="Text Placeholder 3">
            <a:extLst>
              <a:ext uri="{FF2B5EF4-FFF2-40B4-BE49-F238E27FC236}">
                <a16:creationId xmlns:a16="http://schemas.microsoft.com/office/drawing/2014/main" id="{6CE62FE9-5836-89A1-8133-4BEB89470CEA}"/>
              </a:ext>
            </a:extLst>
          </p:cNvPr>
          <p:cNvSpPr>
            <a:spLocks noGrp="1"/>
          </p:cNvSpPr>
          <p:nvPr>
            <p:ph type="body" sz="quarter" idx="38"/>
          </p:nvPr>
        </p:nvSpPr>
        <p:spPr>
          <a:xfrm>
            <a:off x="1809750" y="2282825"/>
            <a:ext cx="2481263" cy="690563"/>
          </a:xfrm>
        </p:spPr>
        <p:txBody>
          <a:bodyPr anchor="ctr"/>
          <a:lstStyle>
            <a:lvl1pPr marL="0" indent="0">
              <a:buNone/>
              <a:defRPr/>
            </a:lvl1pPr>
          </a:lstStyle>
          <a:p>
            <a:pPr lvl="0"/>
            <a:r>
              <a:rPr lang="en-US"/>
              <a:t>Click to edit Master text styles</a:t>
            </a:r>
          </a:p>
        </p:txBody>
      </p:sp>
      <p:sp>
        <p:nvSpPr>
          <p:cNvPr id="44" name="Text Placeholder">
            <a:extLst>
              <a:ext uri="{FF2B5EF4-FFF2-40B4-BE49-F238E27FC236}">
                <a16:creationId xmlns:a16="http://schemas.microsoft.com/office/drawing/2014/main" id="{AC8959EC-F448-4F97-F0E6-6A3F77EFE09D}"/>
              </a:ext>
            </a:extLst>
          </p:cNvPr>
          <p:cNvSpPr>
            <a:spLocks noGrp="1"/>
          </p:cNvSpPr>
          <p:nvPr>
            <p:ph type="body" sz="quarter" idx="35"/>
          </p:nvPr>
        </p:nvSpPr>
        <p:spPr>
          <a:xfrm>
            <a:off x="4850566" y="2282804"/>
            <a:ext cx="633416" cy="690241"/>
          </a:xfrm>
          <a:prstGeom prst="rect">
            <a:avLst/>
          </a:prstGeom>
        </p:spPr>
        <p:txBody>
          <a:bodyPr lIns="0" tIns="0" rIns="0" bIns="0" anchor="ctr"/>
          <a:lstStyle>
            <a:lvl1pPr marL="0" indent="0" algn="ctr">
              <a:lnSpc>
                <a:spcPct val="100000"/>
              </a:lnSpc>
              <a:spcBef>
                <a:spcPts val="0"/>
              </a:spcBef>
              <a:buNone/>
              <a:defRPr sz="1200" b="1" i="0" cap="all" baseline="0">
                <a:solidFill>
                  <a:schemeClr val="tx2"/>
                </a:solidFill>
                <a:latin typeface="DM Sans" pitchFamily="2" charset="77"/>
              </a:defRPr>
            </a:lvl1pPr>
            <a:lvl2pPr marL="457200" indent="0">
              <a:buNone/>
              <a:defRPr/>
            </a:lvl2pPr>
          </a:lstStyle>
          <a:p>
            <a:pPr lvl="0"/>
            <a:r>
              <a:rPr lang="en-US"/>
              <a:t>Click to edit Master text styles</a:t>
            </a:r>
          </a:p>
        </p:txBody>
      </p:sp>
      <p:sp>
        <p:nvSpPr>
          <p:cNvPr id="5" name="Text Placeholder 3">
            <a:extLst>
              <a:ext uri="{FF2B5EF4-FFF2-40B4-BE49-F238E27FC236}">
                <a16:creationId xmlns:a16="http://schemas.microsoft.com/office/drawing/2014/main" id="{FDE7509D-B6DD-7C1C-F1E2-FC81C00FF7E4}"/>
              </a:ext>
            </a:extLst>
          </p:cNvPr>
          <p:cNvSpPr>
            <a:spLocks noGrp="1"/>
          </p:cNvSpPr>
          <p:nvPr>
            <p:ph type="body" sz="quarter" idx="39"/>
          </p:nvPr>
        </p:nvSpPr>
        <p:spPr>
          <a:xfrm>
            <a:off x="5763616" y="2282825"/>
            <a:ext cx="2481263" cy="690563"/>
          </a:xfrm>
        </p:spPr>
        <p:txBody>
          <a:bodyPr anchor="ctr"/>
          <a:lstStyle>
            <a:lvl1pPr marL="0" indent="0">
              <a:buNone/>
              <a:defRPr/>
            </a:lvl1pPr>
          </a:lstStyle>
          <a:p>
            <a:pPr lvl="0"/>
            <a:r>
              <a:rPr lang="en-US"/>
              <a:t>Click to edit Master text styles</a:t>
            </a:r>
          </a:p>
        </p:txBody>
      </p:sp>
      <p:sp>
        <p:nvSpPr>
          <p:cNvPr id="36" name="Text Placeholder">
            <a:extLst>
              <a:ext uri="{FF2B5EF4-FFF2-40B4-BE49-F238E27FC236}">
                <a16:creationId xmlns:a16="http://schemas.microsoft.com/office/drawing/2014/main" id="{334B7FF8-4B6E-BE09-9373-CF0E30774432}"/>
              </a:ext>
            </a:extLst>
          </p:cNvPr>
          <p:cNvSpPr>
            <a:spLocks noGrp="1"/>
          </p:cNvSpPr>
          <p:nvPr>
            <p:ph type="body" sz="quarter" idx="33"/>
          </p:nvPr>
        </p:nvSpPr>
        <p:spPr>
          <a:xfrm>
            <a:off x="897391" y="3548572"/>
            <a:ext cx="633416" cy="690241"/>
          </a:xfrm>
          <a:prstGeom prst="rect">
            <a:avLst/>
          </a:prstGeom>
        </p:spPr>
        <p:txBody>
          <a:bodyPr lIns="0" tIns="0" rIns="0" bIns="0" anchor="ctr"/>
          <a:lstStyle>
            <a:lvl1pPr marL="0" indent="0" algn="ctr">
              <a:lnSpc>
                <a:spcPct val="100000"/>
              </a:lnSpc>
              <a:spcBef>
                <a:spcPts val="0"/>
              </a:spcBef>
              <a:buNone/>
              <a:defRPr sz="1200" b="1" i="0" cap="all" baseline="0">
                <a:solidFill>
                  <a:schemeClr val="tx2"/>
                </a:solidFill>
                <a:latin typeface="DM Sans" pitchFamily="2" charset="77"/>
              </a:defRPr>
            </a:lvl1pPr>
            <a:lvl2pPr marL="457200" indent="0">
              <a:buNone/>
              <a:defRPr/>
            </a:lvl2pPr>
          </a:lstStyle>
          <a:p>
            <a:pPr lvl="0"/>
            <a:r>
              <a:rPr lang="en-US"/>
              <a:t>Click to edit Master text styles</a:t>
            </a:r>
          </a:p>
        </p:txBody>
      </p:sp>
      <p:sp>
        <p:nvSpPr>
          <p:cNvPr id="7" name="Text Placeholder 3">
            <a:extLst>
              <a:ext uri="{FF2B5EF4-FFF2-40B4-BE49-F238E27FC236}">
                <a16:creationId xmlns:a16="http://schemas.microsoft.com/office/drawing/2014/main" id="{4D37813E-97CB-3748-CD96-049B4ECCA887}"/>
              </a:ext>
            </a:extLst>
          </p:cNvPr>
          <p:cNvSpPr>
            <a:spLocks noGrp="1"/>
          </p:cNvSpPr>
          <p:nvPr>
            <p:ph type="body" sz="quarter" idx="41"/>
          </p:nvPr>
        </p:nvSpPr>
        <p:spPr>
          <a:xfrm>
            <a:off x="1808305" y="3547219"/>
            <a:ext cx="2481263" cy="690563"/>
          </a:xfrm>
        </p:spPr>
        <p:txBody>
          <a:bodyPr anchor="ctr"/>
          <a:lstStyle>
            <a:lvl1pPr marL="0" indent="0">
              <a:buNone/>
              <a:defRPr/>
            </a:lvl1pPr>
          </a:lstStyle>
          <a:p>
            <a:pPr lvl="0"/>
            <a:r>
              <a:rPr lang="en-US"/>
              <a:t>Click to edit Master text styles</a:t>
            </a:r>
          </a:p>
        </p:txBody>
      </p:sp>
      <p:sp>
        <p:nvSpPr>
          <p:cNvPr id="50" name="Text Placeholder">
            <a:extLst>
              <a:ext uri="{FF2B5EF4-FFF2-40B4-BE49-F238E27FC236}">
                <a16:creationId xmlns:a16="http://schemas.microsoft.com/office/drawing/2014/main" id="{C938314C-56B7-0268-937C-B2936F4499B0}"/>
              </a:ext>
            </a:extLst>
          </p:cNvPr>
          <p:cNvSpPr>
            <a:spLocks noGrp="1"/>
          </p:cNvSpPr>
          <p:nvPr>
            <p:ph type="body" sz="quarter" idx="37"/>
          </p:nvPr>
        </p:nvSpPr>
        <p:spPr>
          <a:xfrm>
            <a:off x="4850566" y="3548572"/>
            <a:ext cx="633416" cy="690241"/>
          </a:xfrm>
          <a:prstGeom prst="rect">
            <a:avLst/>
          </a:prstGeom>
        </p:spPr>
        <p:txBody>
          <a:bodyPr lIns="0" tIns="0" rIns="0" bIns="0" anchor="ctr"/>
          <a:lstStyle>
            <a:lvl1pPr marL="0" indent="0" algn="ctr">
              <a:lnSpc>
                <a:spcPct val="100000"/>
              </a:lnSpc>
              <a:spcBef>
                <a:spcPts val="0"/>
              </a:spcBef>
              <a:buNone/>
              <a:defRPr sz="1200" b="1" i="0" cap="all" baseline="0">
                <a:solidFill>
                  <a:schemeClr val="tx2"/>
                </a:solidFill>
                <a:latin typeface="DM Sans" pitchFamily="2" charset="77"/>
              </a:defRPr>
            </a:lvl1pPr>
            <a:lvl2pPr marL="457200" indent="0">
              <a:buNone/>
              <a:defRPr/>
            </a:lvl2pPr>
          </a:lstStyle>
          <a:p>
            <a:pPr lvl="0"/>
            <a:r>
              <a:rPr lang="en-US"/>
              <a:t>Click to edit Master text styles</a:t>
            </a:r>
          </a:p>
        </p:txBody>
      </p:sp>
      <p:sp>
        <p:nvSpPr>
          <p:cNvPr id="6" name="Text Placeholder 3">
            <a:extLst>
              <a:ext uri="{FF2B5EF4-FFF2-40B4-BE49-F238E27FC236}">
                <a16:creationId xmlns:a16="http://schemas.microsoft.com/office/drawing/2014/main" id="{9A0BA4E3-E886-29E4-5491-084E4EE20FED}"/>
              </a:ext>
            </a:extLst>
          </p:cNvPr>
          <p:cNvSpPr>
            <a:spLocks noGrp="1"/>
          </p:cNvSpPr>
          <p:nvPr>
            <p:ph type="body" sz="quarter" idx="40"/>
          </p:nvPr>
        </p:nvSpPr>
        <p:spPr>
          <a:xfrm>
            <a:off x="5763616" y="3548572"/>
            <a:ext cx="2481263" cy="690563"/>
          </a:xfrm>
        </p:spPr>
        <p:txBody>
          <a:bodyPr anchor="ctr"/>
          <a:lstStyle>
            <a:lvl1pPr marL="0" indent="0">
              <a:buNone/>
              <a:defRPr/>
            </a:lvl1pPr>
          </a:lstStyle>
          <a:p>
            <a:pPr lvl="0"/>
            <a:r>
              <a:rPr lang="en-US"/>
              <a:t>Click to edit Master text styles</a:t>
            </a:r>
          </a:p>
        </p:txBody>
      </p:sp>
    </p:spTree>
    <p:extLst>
      <p:ext uri="{BB962C8B-B14F-4D97-AF65-F5344CB8AC3E}">
        <p14:creationId xmlns:p14="http://schemas.microsoft.com/office/powerpoint/2010/main" val="18580641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nect">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8121AD6F-9E0B-7222-F5D7-FFD2C18FDA90}"/>
              </a:ext>
            </a:extLst>
          </p:cNvPr>
          <p:cNvGrpSpPr/>
          <p:nvPr userDrawn="1"/>
        </p:nvGrpSpPr>
        <p:grpSpPr>
          <a:xfrm>
            <a:off x="476250" y="473868"/>
            <a:ext cx="8191500" cy="4193382"/>
            <a:chOff x="476250" y="473868"/>
            <a:chExt cx="8191500" cy="4193382"/>
          </a:xfrm>
        </p:grpSpPr>
        <p:sp>
          <p:nvSpPr>
            <p:cNvPr id="10" name="Frame">
              <a:extLst>
                <a:ext uri="{FF2B5EF4-FFF2-40B4-BE49-F238E27FC236}">
                  <a16:creationId xmlns:a16="http://schemas.microsoft.com/office/drawing/2014/main" id="{66CC7084-86F0-E7D1-1616-DCF2F21030B6}"/>
                </a:ext>
              </a:extLst>
            </p:cNvPr>
            <p:cNvSpPr>
              <a:spLocks/>
            </p:cNvSpPr>
            <p:nvPr/>
          </p:nvSpPr>
          <p:spPr>
            <a:xfrm>
              <a:off x="476250" y="476250"/>
              <a:ext cx="8191500" cy="4191000"/>
            </a:xfrm>
            <a:prstGeom prst="rect">
              <a:avLst/>
            </a:prstGeom>
            <a:noFill/>
            <a:ln w="12700">
              <a:solidFill>
                <a:schemeClr val="bg2"/>
              </a:solidFill>
              <a:prstDash val="solid"/>
              <a:miter lim="800000"/>
            </a:ln>
          </p:spPr>
          <p:txBody>
            <a:bodyPr/>
            <a:lstStyle/>
            <a:p>
              <a:endParaRPr lang="en-US" dirty="0"/>
            </a:p>
          </p:txBody>
        </p:sp>
        <p:cxnSp>
          <p:nvCxnSpPr>
            <p:cNvPr id="13" name="Straight Connector">
              <a:extLst>
                <a:ext uri="{FF2B5EF4-FFF2-40B4-BE49-F238E27FC236}">
                  <a16:creationId xmlns:a16="http://schemas.microsoft.com/office/drawing/2014/main" id="{C538E910-6D6A-DDC4-880F-2269E4C6BDBB}"/>
                </a:ext>
              </a:extLst>
            </p:cNvPr>
            <p:cNvCxnSpPr>
              <a:cxnSpLocks/>
            </p:cNvCxnSpPr>
            <p:nvPr userDrawn="1"/>
          </p:nvCxnSpPr>
          <p:spPr>
            <a:xfrm>
              <a:off x="5852667" y="473868"/>
              <a:ext cx="0" cy="419100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a:extLst>
                <a:ext uri="{FF2B5EF4-FFF2-40B4-BE49-F238E27FC236}">
                  <a16:creationId xmlns:a16="http://schemas.microsoft.com/office/drawing/2014/main" id="{FE56184F-1E37-99B3-835D-BE60E7286FEC}"/>
                </a:ext>
              </a:extLst>
            </p:cNvPr>
            <p:cNvCxnSpPr>
              <a:cxnSpLocks/>
            </p:cNvCxnSpPr>
            <p:nvPr userDrawn="1"/>
          </p:nvCxnSpPr>
          <p:spPr>
            <a:xfrm flipH="1">
              <a:off x="476250" y="1853969"/>
              <a:ext cx="5376417"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grpSp>
      <p:sp>
        <p:nvSpPr>
          <p:cNvPr id="3" name="Title 1">
            <a:extLst>
              <a:ext uri="{FF2B5EF4-FFF2-40B4-BE49-F238E27FC236}">
                <a16:creationId xmlns:a16="http://schemas.microsoft.com/office/drawing/2014/main" id="{01AA27F3-E623-2A2F-545E-3E3EE81E784A}"/>
              </a:ext>
            </a:extLst>
          </p:cNvPr>
          <p:cNvSpPr>
            <a:spLocks noGrp="1"/>
          </p:cNvSpPr>
          <p:nvPr>
            <p:ph type="title"/>
          </p:nvPr>
        </p:nvSpPr>
        <p:spPr>
          <a:xfrm>
            <a:off x="747713" y="770516"/>
            <a:ext cx="4818559" cy="786384"/>
          </a:xfrm>
        </p:spPr>
        <p:txBody>
          <a:bodyPr>
            <a:normAutofit/>
          </a:bodyPr>
          <a:lstStyle>
            <a:lvl1pPr algn="l">
              <a:defRPr sz="3400">
                <a:solidFill>
                  <a:schemeClr val="bg1"/>
                </a:solidFill>
              </a:defRPr>
            </a:lvl1pPr>
          </a:lstStyle>
          <a:p>
            <a:r>
              <a:rPr lang="en-US"/>
              <a:t>Click to edit Master title style</a:t>
            </a:r>
            <a:endParaRPr lang="en-US" dirty="0"/>
          </a:p>
        </p:txBody>
      </p:sp>
      <p:sp>
        <p:nvSpPr>
          <p:cNvPr id="12" name="Text Placeholder 11">
            <a:extLst>
              <a:ext uri="{FF2B5EF4-FFF2-40B4-BE49-F238E27FC236}">
                <a16:creationId xmlns:a16="http://schemas.microsoft.com/office/drawing/2014/main" id="{B7A08BBB-3506-8A01-CB77-F4F186D86F20}"/>
              </a:ext>
            </a:extLst>
          </p:cNvPr>
          <p:cNvSpPr>
            <a:spLocks noGrp="1"/>
          </p:cNvSpPr>
          <p:nvPr>
            <p:ph type="body" sz="quarter" idx="30"/>
          </p:nvPr>
        </p:nvSpPr>
        <p:spPr>
          <a:xfrm>
            <a:off x="747713" y="2202287"/>
            <a:ext cx="1295400" cy="511175"/>
          </a:xfrm>
        </p:spPr>
        <p:txBody>
          <a:bodyPr anchor="ctr"/>
          <a:lstStyle>
            <a:lvl1pPr marL="0" indent="0">
              <a:buNone/>
              <a:defRPr b="1">
                <a:solidFill>
                  <a:schemeClr val="bg1"/>
                </a:solidFill>
                <a:latin typeface="DM Sans" pitchFamily="2" charset="0"/>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Click to edit Master text styles</a:t>
            </a:r>
          </a:p>
        </p:txBody>
      </p:sp>
      <p:sp>
        <p:nvSpPr>
          <p:cNvPr id="14" name="Text Placeholder 11">
            <a:extLst>
              <a:ext uri="{FF2B5EF4-FFF2-40B4-BE49-F238E27FC236}">
                <a16:creationId xmlns:a16="http://schemas.microsoft.com/office/drawing/2014/main" id="{EC550F11-B584-4DA7-07C2-31A1EB19B504}"/>
              </a:ext>
            </a:extLst>
          </p:cNvPr>
          <p:cNvSpPr>
            <a:spLocks noGrp="1"/>
          </p:cNvSpPr>
          <p:nvPr>
            <p:ph type="body" sz="quarter" idx="31"/>
          </p:nvPr>
        </p:nvSpPr>
        <p:spPr>
          <a:xfrm>
            <a:off x="762642" y="3067587"/>
            <a:ext cx="1295400" cy="511175"/>
          </a:xfrm>
        </p:spPr>
        <p:txBody>
          <a:bodyPr anchor="ctr"/>
          <a:lstStyle>
            <a:lvl1pPr marL="0" indent="0">
              <a:buNone/>
              <a:defRPr b="1">
                <a:solidFill>
                  <a:schemeClr val="bg1"/>
                </a:solidFill>
                <a:latin typeface="DM Sans" pitchFamily="2" charset="0"/>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Click to edit Master text styles</a:t>
            </a:r>
          </a:p>
        </p:txBody>
      </p:sp>
      <p:sp>
        <p:nvSpPr>
          <p:cNvPr id="16" name="Text Placeholder 11">
            <a:extLst>
              <a:ext uri="{FF2B5EF4-FFF2-40B4-BE49-F238E27FC236}">
                <a16:creationId xmlns:a16="http://schemas.microsoft.com/office/drawing/2014/main" id="{16F63D32-1964-C34C-2C3D-C6DC83EA2758}"/>
              </a:ext>
            </a:extLst>
          </p:cNvPr>
          <p:cNvSpPr>
            <a:spLocks noGrp="1"/>
          </p:cNvSpPr>
          <p:nvPr>
            <p:ph type="body" sz="quarter" idx="32"/>
          </p:nvPr>
        </p:nvSpPr>
        <p:spPr>
          <a:xfrm>
            <a:off x="748118" y="3876101"/>
            <a:ext cx="1295400" cy="511175"/>
          </a:xfrm>
        </p:spPr>
        <p:txBody>
          <a:bodyPr anchor="ctr"/>
          <a:lstStyle>
            <a:lvl1pPr marL="0" indent="0">
              <a:buNone/>
              <a:defRPr b="1">
                <a:solidFill>
                  <a:schemeClr val="bg1"/>
                </a:solidFill>
                <a:latin typeface="DM Sans" pitchFamily="2" charset="0"/>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Click to edit Master text styles</a:t>
            </a:r>
          </a:p>
        </p:txBody>
      </p:sp>
      <p:sp>
        <p:nvSpPr>
          <p:cNvPr id="6" name="Text Placeholder 5">
            <a:extLst>
              <a:ext uri="{FF2B5EF4-FFF2-40B4-BE49-F238E27FC236}">
                <a16:creationId xmlns:a16="http://schemas.microsoft.com/office/drawing/2014/main" id="{6430D48C-943C-F3CA-FCE2-AE527F564241}"/>
              </a:ext>
            </a:extLst>
          </p:cNvPr>
          <p:cNvSpPr>
            <a:spLocks noGrp="1"/>
          </p:cNvSpPr>
          <p:nvPr>
            <p:ph type="body" sz="quarter" idx="27"/>
          </p:nvPr>
        </p:nvSpPr>
        <p:spPr>
          <a:xfrm>
            <a:off x="2314575" y="2201863"/>
            <a:ext cx="3251200" cy="511175"/>
          </a:xfrm>
        </p:spPr>
        <p:txBody>
          <a:bodyPr anchor="ct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7" name="Text Placeholder 5">
            <a:extLst>
              <a:ext uri="{FF2B5EF4-FFF2-40B4-BE49-F238E27FC236}">
                <a16:creationId xmlns:a16="http://schemas.microsoft.com/office/drawing/2014/main" id="{9DFB23E7-48C9-3FDA-4D09-3DC40F37F54C}"/>
              </a:ext>
            </a:extLst>
          </p:cNvPr>
          <p:cNvSpPr>
            <a:spLocks noGrp="1"/>
          </p:cNvSpPr>
          <p:nvPr>
            <p:ph type="body" sz="quarter" idx="28"/>
          </p:nvPr>
        </p:nvSpPr>
        <p:spPr>
          <a:xfrm>
            <a:off x="2314575" y="3061783"/>
            <a:ext cx="3251200" cy="511175"/>
          </a:xfrm>
        </p:spPr>
        <p:txBody>
          <a:bodyPr anchor="ct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8" name="Text Placeholder 5">
            <a:extLst>
              <a:ext uri="{FF2B5EF4-FFF2-40B4-BE49-F238E27FC236}">
                <a16:creationId xmlns:a16="http://schemas.microsoft.com/office/drawing/2014/main" id="{A72B9BD7-A794-9F94-ADCE-EB65EC9C97EC}"/>
              </a:ext>
            </a:extLst>
          </p:cNvPr>
          <p:cNvSpPr>
            <a:spLocks noGrp="1"/>
          </p:cNvSpPr>
          <p:nvPr>
            <p:ph type="body" sz="quarter" idx="29"/>
          </p:nvPr>
        </p:nvSpPr>
        <p:spPr>
          <a:xfrm>
            <a:off x="2314575" y="3873356"/>
            <a:ext cx="3251200" cy="511175"/>
          </a:xfrm>
        </p:spPr>
        <p:txBody>
          <a:bodyPr anchor="ctr"/>
          <a:lstStyle>
            <a:lvl1pPr marL="0" indent="0">
              <a:buNone/>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Picture Placeholder">
            <a:extLst>
              <a:ext uri="{FF2B5EF4-FFF2-40B4-BE49-F238E27FC236}">
                <a16:creationId xmlns:a16="http://schemas.microsoft.com/office/drawing/2014/main" id="{A7312E25-FD5F-C0FC-01BB-E8BD11F92498}"/>
              </a:ext>
            </a:extLst>
          </p:cNvPr>
          <p:cNvSpPr>
            <a:spLocks noGrp="1"/>
          </p:cNvSpPr>
          <p:nvPr>
            <p:ph type="pic" sz="quarter" idx="15" hasCustomPrompt="1"/>
          </p:nvPr>
        </p:nvSpPr>
        <p:spPr>
          <a:xfrm>
            <a:off x="6138499" y="752472"/>
            <a:ext cx="2242859" cy="3643313"/>
          </a:xfrm>
          <a:prstGeom prst="rect">
            <a:avLst/>
          </a:prstGeom>
          <a:blipFill>
            <a:blip r:embed="rId2">
              <a:alphaModFix amt="6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710020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32531A2-4332-0A69-7D60-6384088184E7}"/>
              </a:ext>
            </a:extLst>
          </p:cNvPr>
          <p:cNvSpPr>
            <a:spLocks noGrp="1"/>
          </p:cNvSpPr>
          <p:nvPr>
            <p:ph type="title"/>
          </p:nvPr>
        </p:nvSpPr>
        <p:spPr>
          <a:xfrm>
            <a:off x="747713" y="747711"/>
            <a:ext cx="7648574" cy="1099018"/>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70F5B82-62BB-6131-FEA6-944EB87482AF}"/>
              </a:ext>
            </a:extLst>
          </p:cNvPr>
          <p:cNvSpPr>
            <a:spLocks noGrp="1"/>
          </p:cNvSpPr>
          <p:nvPr>
            <p:ph type="body" idx="1"/>
          </p:nvPr>
        </p:nvSpPr>
        <p:spPr>
          <a:xfrm>
            <a:off x="747713" y="2208115"/>
            <a:ext cx="7648574" cy="2424209"/>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lnSpc>
          <a:spcPct val="85000"/>
        </a:lnSpc>
        <a:spcBef>
          <a:spcPct val="0"/>
        </a:spcBef>
        <a:buNone/>
        <a:defRPr sz="44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1200" kern="1200">
          <a:solidFill>
            <a:schemeClr val="tx2"/>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tx2"/>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200" kern="1200">
          <a:solidFill>
            <a:schemeClr val="tx2"/>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200" kern="1200">
          <a:solidFill>
            <a:schemeClr val="tx2"/>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2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kaggle.com/datasets/asdpredictioninsaudi/asd-screening-data-for-toddlers-in-saudi-arabia?utm_source=chatgpt.com" TargetMode="External"/><Relationship Id="rId2" Type="http://schemas.openxmlformats.org/officeDocument/2006/relationships/hyperlink" Target="https://psycnet.apa.org/fulltext/2027-71450-001.html"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hyperlink" Target="file:///C:\Users\wajda\OneDrive\Desktop\data%20autism%20screning\ASD%20Screening%20Data%20for%20Toddlers%20in%20Saudi%20Arabia%20Data%20Set%20Description.pdf" TargetMode="Externa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95840D5C-DDDF-D46D-8C14-C74A40F38E08}"/>
              </a:ext>
            </a:extLst>
          </p:cNvPr>
          <p:cNvSpPr txBox="1"/>
          <p:nvPr/>
        </p:nvSpPr>
        <p:spPr>
          <a:xfrm>
            <a:off x="508567" y="2887358"/>
            <a:ext cx="8012566" cy="1762021"/>
          </a:xfrm>
          <a:prstGeom prst="rect">
            <a:avLst/>
          </a:prstGeom>
          <a:noFill/>
        </p:spPr>
        <p:txBody>
          <a:bodyPr wrap="square" rtlCol="0">
            <a:spAutoFit/>
          </a:bodyPr>
          <a:lstStyle/>
          <a:p>
            <a:r>
              <a:rPr lang="en-US" sz="1400" b="1" dirty="0">
                <a:latin typeface="Cambria" panose="02040503050406030204" pitchFamily="18" charset="0"/>
                <a:ea typeface="Cambria" panose="02040503050406030204" pitchFamily="18" charset="0"/>
                <a:cs typeface="Calibri" panose="020F0502020204030204" pitchFamily="34" charset="0"/>
              </a:rPr>
              <a:t>Reference</a:t>
            </a:r>
          </a:p>
          <a:p>
            <a:endParaRPr lang="en-US" sz="1050" b="1" dirty="0">
              <a:latin typeface="Cambria" panose="02040503050406030204" pitchFamily="18" charset="0"/>
              <a:ea typeface="Cambria" panose="02040503050406030204" pitchFamily="18" charset="0"/>
              <a:cs typeface="Calibri" panose="020F0502020204030204" pitchFamily="34" charset="0"/>
            </a:endParaRPr>
          </a:p>
          <a:p>
            <a:pPr marL="285750" indent="-285750">
              <a:buFont typeface="Arial" panose="020B0604020202020204" pitchFamily="34" charset="0"/>
              <a:buChar char="•"/>
            </a:pPr>
            <a:r>
              <a:rPr lang="en-US" sz="1050" b="1" dirty="0">
                <a:latin typeface="Cambria" panose="02040503050406030204" pitchFamily="18" charset="0"/>
                <a:ea typeface="Cambria" panose="02040503050406030204" pitchFamily="18" charset="0"/>
                <a:cs typeface="Calibri" panose="020F0502020204030204" pitchFamily="34" charset="0"/>
              </a:rPr>
              <a:t>The research:</a:t>
            </a:r>
            <a:br>
              <a:rPr lang="en-US" sz="1050" b="1" dirty="0">
                <a:latin typeface="Cambria" panose="02040503050406030204" pitchFamily="18" charset="0"/>
                <a:ea typeface="Cambria" panose="02040503050406030204" pitchFamily="18" charset="0"/>
                <a:cs typeface="Calibri" panose="020F0502020204030204" pitchFamily="34" charset="0"/>
              </a:rPr>
            </a:br>
            <a:r>
              <a:rPr lang="en-US" sz="1050" dirty="0" err="1">
                <a:latin typeface="Cambria" panose="02040503050406030204" pitchFamily="18" charset="0"/>
                <a:ea typeface="Cambria" panose="02040503050406030204" pitchFamily="18" charset="0"/>
                <a:cs typeface="Calibri" panose="020F0502020204030204" pitchFamily="34" charset="0"/>
              </a:rPr>
              <a:t>Almai</a:t>
            </a:r>
            <a:r>
              <a:rPr lang="en-US" sz="1050" dirty="0">
                <a:latin typeface="Cambria" panose="02040503050406030204" pitchFamily="18" charset="0"/>
                <a:ea typeface="Cambria" panose="02040503050406030204" pitchFamily="18" charset="0"/>
                <a:cs typeface="Calibri" panose="020F0502020204030204" pitchFamily="34" charset="0"/>
              </a:rPr>
              <a:t>, A., </a:t>
            </a:r>
            <a:r>
              <a:rPr lang="en-US" sz="1050" dirty="0" err="1">
                <a:latin typeface="Cambria" panose="02040503050406030204" pitchFamily="18" charset="0"/>
                <a:ea typeface="Cambria" panose="02040503050406030204" pitchFamily="18" charset="0"/>
                <a:cs typeface="Calibri" panose="020F0502020204030204" pitchFamily="34" charset="0"/>
              </a:rPr>
              <a:t>Salpekar</a:t>
            </a:r>
            <a:r>
              <a:rPr lang="en-US" sz="1050" dirty="0">
                <a:latin typeface="Cambria" panose="02040503050406030204" pitchFamily="18" charset="0"/>
                <a:ea typeface="Cambria" panose="02040503050406030204" pitchFamily="18" charset="0"/>
                <a:cs typeface="Calibri" panose="020F0502020204030204" pitchFamily="34" charset="0"/>
              </a:rPr>
              <a:t>, J. A., </a:t>
            </a:r>
            <a:r>
              <a:rPr lang="en-US" sz="1050" dirty="0" err="1">
                <a:latin typeface="Cambria" panose="02040503050406030204" pitchFamily="18" charset="0"/>
                <a:ea typeface="Cambria" panose="02040503050406030204" pitchFamily="18" charset="0"/>
                <a:cs typeface="Calibri" panose="020F0502020204030204" pitchFamily="34" charset="0"/>
              </a:rPr>
              <a:t>AlOtaibi</a:t>
            </a:r>
            <a:r>
              <a:rPr lang="en-US" sz="1050" dirty="0">
                <a:latin typeface="Cambria" panose="02040503050406030204" pitchFamily="18" charset="0"/>
                <a:ea typeface="Cambria" panose="02040503050406030204" pitchFamily="18" charset="0"/>
                <a:cs typeface="Calibri" panose="020F0502020204030204" pitchFamily="34" charset="0"/>
              </a:rPr>
              <a:t>, A., </a:t>
            </a:r>
            <a:r>
              <a:rPr lang="en-US" sz="1050" dirty="0" err="1">
                <a:latin typeface="Cambria" panose="02040503050406030204" pitchFamily="18" charset="0"/>
                <a:ea typeface="Cambria" panose="02040503050406030204" pitchFamily="18" charset="0"/>
                <a:cs typeface="Calibri" panose="020F0502020204030204" pitchFamily="34" charset="0"/>
              </a:rPr>
              <a:t>Altayeb</a:t>
            </a:r>
            <a:r>
              <a:rPr lang="en-US" sz="1050" dirty="0">
                <a:latin typeface="Cambria" panose="02040503050406030204" pitchFamily="18" charset="0"/>
                <a:ea typeface="Cambria" panose="02040503050406030204" pitchFamily="18" charset="0"/>
                <a:cs typeface="Calibri" panose="020F0502020204030204" pitchFamily="34" charset="0"/>
              </a:rPr>
              <a:t>, J., </a:t>
            </a:r>
            <a:r>
              <a:rPr lang="en-US" sz="1050" dirty="0" err="1">
                <a:latin typeface="Cambria" panose="02040503050406030204" pitchFamily="18" charset="0"/>
                <a:ea typeface="Cambria" panose="02040503050406030204" pitchFamily="18" charset="0"/>
                <a:cs typeface="Calibri" panose="020F0502020204030204" pitchFamily="34" charset="0"/>
              </a:rPr>
              <a:t>Muschcab</a:t>
            </a:r>
            <a:r>
              <a:rPr lang="en-US" sz="1050" dirty="0">
                <a:latin typeface="Cambria" panose="02040503050406030204" pitchFamily="18" charset="0"/>
                <a:ea typeface="Cambria" panose="02040503050406030204" pitchFamily="18" charset="0"/>
                <a:cs typeface="Calibri" panose="020F0502020204030204" pitchFamily="34" charset="0"/>
              </a:rPr>
              <a:t>, H., &amp; </a:t>
            </a:r>
            <a:r>
              <a:rPr lang="en-US" sz="1050" dirty="0" err="1">
                <a:latin typeface="Cambria" panose="02040503050406030204" pitchFamily="18" charset="0"/>
                <a:ea typeface="Cambria" panose="02040503050406030204" pitchFamily="18" charset="0"/>
                <a:cs typeface="Calibri" panose="020F0502020204030204" pitchFamily="34" charset="0"/>
              </a:rPr>
              <a:t>Alhabib</a:t>
            </a:r>
            <a:r>
              <a:rPr lang="en-US" sz="1050" dirty="0">
                <a:latin typeface="Cambria" panose="02040503050406030204" pitchFamily="18" charset="0"/>
                <a:ea typeface="Cambria" panose="02040503050406030204" pitchFamily="18" charset="0"/>
                <a:cs typeface="Calibri" panose="020F0502020204030204" pitchFamily="34" charset="0"/>
              </a:rPr>
              <a:t>, A. (2026). Health care utilization of children with autism spectrum disorder and comorbidities in Saudi Arabia. Journal of Pediatric Neuropsychology.‏  </a:t>
            </a:r>
            <a:r>
              <a:rPr lang="en-US" sz="1050" dirty="0">
                <a:latin typeface="Cambria" panose="02040503050406030204" pitchFamily="18" charset="0"/>
                <a:ea typeface="Cambria" panose="02040503050406030204" pitchFamily="18" charset="0"/>
                <a:cs typeface="Calibri" panose="020F0502020204030204" pitchFamily="34" charset="0"/>
                <a:hlinkClick r:id="rId2"/>
              </a:rPr>
              <a:t>https://psycnet.apa.org/fulltext/2027-71450-001.html</a:t>
            </a:r>
            <a:endParaRPr lang="en-US" sz="1050" dirty="0">
              <a:latin typeface="Cambria" panose="02040503050406030204" pitchFamily="18" charset="0"/>
              <a:ea typeface="Cambria" panose="02040503050406030204" pitchFamily="18" charset="0"/>
              <a:cs typeface="Calibri" panose="020F0502020204030204" pitchFamily="34" charset="0"/>
            </a:endParaRPr>
          </a:p>
          <a:p>
            <a:endParaRPr lang="en-US" sz="1050" dirty="0">
              <a:latin typeface="Cambria" panose="02040503050406030204" pitchFamily="18" charset="0"/>
              <a:ea typeface="Cambria" panose="02040503050406030204" pitchFamily="18" charset="0"/>
              <a:cs typeface="Calibri" panose="020F0502020204030204" pitchFamily="34" charset="0"/>
            </a:endParaRPr>
          </a:p>
          <a:p>
            <a:pPr marL="285750" indent="-285750">
              <a:buFont typeface="Arial" panose="020B0604020202020204" pitchFamily="34" charset="0"/>
              <a:buChar char="•"/>
            </a:pPr>
            <a:r>
              <a:rPr lang="en-US" sz="1050" b="1" dirty="0">
                <a:latin typeface="Cambria" panose="02040503050406030204" pitchFamily="18" charset="0"/>
                <a:ea typeface="Cambria" panose="02040503050406030204" pitchFamily="18" charset="0"/>
                <a:cs typeface="Calibri" panose="020F0502020204030204" pitchFamily="34" charset="0"/>
              </a:rPr>
              <a:t>Data set:</a:t>
            </a:r>
            <a:br>
              <a:rPr lang="en-US" sz="1050" b="1" dirty="0">
                <a:latin typeface="Cambria" panose="02040503050406030204" pitchFamily="18" charset="0"/>
                <a:ea typeface="Cambria" panose="02040503050406030204" pitchFamily="18" charset="0"/>
                <a:cs typeface="Calibri" panose="020F0502020204030204" pitchFamily="34" charset="0"/>
              </a:rPr>
            </a:br>
            <a:r>
              <a:rPr lang="en-US" sz="1050" dirty="0">
                <a:latin typeface="Cambria" panose="02040503050406030204" pitchFamily="18" charset="0"/>
                <a:ea typeface="Cambria" panose="02040503050406030204" pitchFamily="18" charset="0"/>
                <a:cs typeface="Calibri" panose="020F0502020204030204" pitchFamily="34" charset="0"/>
              </a:rPr>
              <a:t>Publicly available autism screening dataset from Saudi Arabia. </a:t>
            </a:r>
            <a:r>
              <a:rPr lang="en-US" sz="1050" dirty="0">
                <a:latin typeface="Cambria" panose="02040503050406030204" pitchFamily="18" charset="0"/>
                <a:ea typeface="Cambria" panose="02040503050406030204" pitchFamily="18" charset="0"/>
                <a:cs typeface="Calibri" panose="020F0502020204030204" pitchFamily="34" charset="0"/>
                <a:hlinkClick r:id="rId3"/>
              </a:rPr>
              <a:t>https://www.kaggle.com/datasets/asdpredictioninsaudi/asd-screening-data-for-toddlers-in-saudi-arabia?utm_source=chatgpt.com</a:t>
            </a:r>
            <a:endParaRPr lang="en-US" sz="1050" b="1" dirty="0"/>
          </a:p>
        </p:txBody>
      </p:sp>
      <p:sp>
        <p:nvSpPr>
          <p:cNvPr id="11" name="TextBox 10">
            <a:extLst>
              <a:ext uri="{FF2B5EF4-FFF2-40B4-BE49-F238E27FC236}">
                <a16:creationId xmlns:a16="http://schemas.microsoft.com/office/drawing/2014/main" id="{0C4C500D-2AA1-0A14-F71D-BA9CEBE95F41}"/>
              </a:ext>
            </a:extLst>
          </p:cNvPr>
          <p:cNvSpPr txBox="1"/>
          <p:nvPr/>
        </p:nvSpPr>
        <p:spPr>
          <a:xfrm>
            <a:off x="508567" y="582165"/>
            <a:ext cx="2677886" cy="523220"/>
          </a:xfrm>
          <a:prstGeom prst="rect">
            <a:avLst/>
          </a:prstGeom>
          <a:noFill/>
        </p:spPr>
        <p:txBody>
          <a:bodyPr wrap="square" rtlCol="0">
            <a:spAutoFit/>
          </a:bodyPr>
          <a:lstStyle/>
          <a:p>
            <a:r>
              <a:rPr lang="en-US" sz="2800" b="1" dirty="0">
                <a:latin typeface="Cambria" panose="02040503050406030204" pitchFamily="18" charset="0"/>
                <a:ea typeface="Cambria" panose="02040503050406030204" pitchFamily="18" charset="0"/>
              </a:rPr>
              <a:t>The case</a:t>
            </a:r>
          </a:p>
        </p:txBody>
      </p:sp>
      <p:sp>
        <p:nvSpPr>
          <p:cNvPr id="15" name="TextBox 14">
            <a:extLst>
              <a:ext uri="{FF2B5EF4-FFF2-40B4-BE49-F238E27FC236}">
                <a16:creationId xmlns:a16="http://schemas.microsoft.com/office/drawing/2014/main" id="{B63E7FDF-D88A-72A2-6EC0-9CD1EF8331B6}"/>
              </a:ext>
            </a:extLst>
          </p:cNvPr>
          <p:cNvSpPr txBox="1"/>
          <p:nvPr/>
        </p:nvSpPr>
        <p:spPr>
          <a:xfrm>
            <a:off x="508567" y="1196152"/>
            <a:ext cx="8126866" cy="1600438"/>
          </a:xfrm>
          <a:prstGeom prst="rect">
            <a:avLst/>
          </a:prstGeom>
          <a:noFill/>
        </p:spPr>
        <p:txBody>
          <a:bodyPr wrap="square" rtlCol="0">
            <a:spAutoFit/>
          </a:bodyPr>
          <a:lstStyle/>
          <a:p>
            <a:r>
              <a:rPr lang="en-US" sz="1400" dirty="0">
                <a:latin typeface="Cambria" panose="02040503050406030204" pitchFamily="18" charset="0"/>
                <a:ea typeface="Cambria" panose="02040503050406030204" pitchFamily="18" charset="0"/>
              </a:rPr>
              <a:t>There is a study related to ASD and comorbidities in Saudi Arabia, and I quote: “The correlation between comorbidities and increased health care utilization shows that the primary care hub-and-spoke model for health care can be effective in screening and subsequently making services accessible to those in most need.” </a:t>
            </a:r>
          </a:p>
          <a:p>
            <a:endParaRPr lang="en-US" sz="1400" dirty="0">
              <a:latin typeface="Cambria" panose="02040503050406030204" pitchFamily="18" charset="0"/>
              <a:ea typeface="Cambria" panose="02040503050406030204" pitchFamily="18" charset="0"/>
            </a:endParaRPr>
          </a:p>
          <a:p>
            <a:r>
              <a:rPr lang="en-US" sz="1400" dirty="0">
                <a:latin typeface="Cambria" panose="02040503050406030204" pitchFamily="18" charset="0"/>
                <a:ea typeface="Cambria" panose="02040503050406030204" pitchFamily="18" charset="0"/>
              </a:rPr>
              <a:t>If we want to manage downstream healthcare demand, we need visibility upstream, starting with early screening.</a:t>
            </a:r>
          </a:p>
        </p:txBody>
      </p:sp>
    </p:spTree>
    <p:extLst>
      <p:ext uri="{BB962C8B-B14F-4D97-AF65-F5344CB8AC3E}">
        <p14:creationId xmlns:p14="http://schemas.microsoft.com/office/powerpoint/2010/main" val="2235425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4DC7A995-F453-4B0E-7828-54D6870F1013}"/>
              </a:ext>
            </a:extLst>
          </p:cNvPr>
          <p:cNvSpPr>
            <a:spLocks noGrp="1"/>
          </p:cNvSpPr>
          <p:nvPr>
            <p:ph type="title"/>
          </p:nvPr>
        </p:nvSpPr>
        <p:spPr/>
        <p:txBody>
          <a:bodyPr/>
          <a:lstStyle/>
          <a:p>
            <a:r>
              <a:rPr lang="en-US" dirty="0">
                <a:solidFill>
                  <a:srgbClr val="0F297F"/>
                </a:solidFill>
                <a:latin typeface="Cambria" panose="02040503050406030204" pitchFamily="18" charset="0"/>
                <a:ea typeface="Cambria" panose="02040503050406030204" pitchFamily="18" charset="0"/>
              </a:rPr>
              <a:t>Business requirements </a:t>
            </a:r>
          </a:p>
        </p:txBody>
      </p:sp>
      <p:sp>
        <p:nvSpPr>
          <p:cNvPr id="19" name="Rectangle: Rounded Corners 18">
            <a:extLst>
              <a:ext uri="{FF2B5EF4-FFF2-40B4-BE49-F238E27FC236}">
                <a16:creationId xmlns:a16="http://schemas.microsoft.com/office/drawing/2014/main" id="{75FEE220-6B96-D298-E6A0-D019C298649D}"/>
              </a:ext>
            </a:extLst>
          </p:cNvPr>
          <p:cNvSpPr/>
          <p:nvPr/>
        </p:nvSpPr>
        <p:spPr>
          <a:xfrm>
            <a:off x="880774" y="2081893"/>
            <a:ext cx="7250854" cy="2530928"/>
          </a:xfrm>
          <a:prstGeom prst="roundRect">
            <a:avLst/>
          </a:prstGeom>
          <a:solidFill>
            <a:srgbClr val="F5F1EE"/>
          </a:solidFill>
          <a:ln>
            <a:solidFill>
              <a:srgbClr val="F5F1EE"/>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C12BB7B-281F-F1E0-BAE3-DFBE77D8B93D}"/>
              </a:ext>
            </a:extLst>
          </p:cNvPr>
          <p:cNvSpPr txBox="1"/>
          <p:nvPr/>
        </p:nvSpPr>
        <p:spPr>
          <a:xfrm>
            <a:off x="747713" y="3473650"/>
            <a:ext cx="7648574" cy="584775"/>
          </a:xfrm>
          <a:prstGeom prst="rect">
            <a:avLst/>
          </a:prstGeom>
          <a:noFill/>
        </p:spPr>
        <p:txBody>
          <a:bodyPr wrap="square">
            <a:spAutoFit/>
          </a:bodyPr>
          <a:lstStyle/>
          <a:p>
            <a:r>
              <a:rPr lang="en-US" sz="1600" dirty="0">
                <a:latin typeface="Cambria" panose="02040503050406030204" pitchFamily="18" charset="0"/>
                <a:ea typeface="Cambria" panose="02040503050406030204" pitchFamily="18" charset="0"/>
              </a:rPr>
              <a:t>Toddler → Q-CHAT-10 </a:t>
            </a:r>
            <a:r>
              <a:rPr lang="ar-SA" sz="1600" dirty="0">
                <a:latin typeface="Cambria" panose="02040503050406030204" pitchFamily="18" charset="0"/>
                <a:ea typeface="Cambria" panose="02040503050406030204" pitchFamily="18" charset="0"/>
              </a:rPr>
              <a:t>)</a:t>
            </a:r>
            <a:r>
              <a:rPr lang="en-US" sz="1600" dirty="0">
                <a:latin typeface="Cambria" panose="02040503050406030204" pitchFamily="18" charset="0"/>
                <a:ea typeface="Cambria" panose="02040503050406030204" pitchFamily="18" charset="0"/>
              </a:rPr>
              <a:t> Quantitative Checklist for Autism in Toddlers) → Score → Classification → Further Assessment</a:t>
            </a:r>
          </a:p>
        </p:txBody>
      </p:sp>
      <p:sp>
        <p:nvSpPr>
          <p:cNvPr id="25" name="TextBox 24">
            <a:extLst>
              <a:ext uri="{FF2B5EF4-FFF2-40B4-BE49-F238E27FC236}">
                <a16:creationId xmlns:a16="http://schemas.microsoft.com/office/drawing/2014/main" id="{B30860A4-3490-8B44-BFBD-1167DE0F39AB}"/>
              </a:ext>
            </a:extLst>
          </p:cNvPr>
          <p:cNvSpPr txBox="1"/>
          <p:nvPr/>
        </p:nvSpPr>
        <p:spPr>
          <a:xfrm>
            <a:off x="530678" y="2036462"/>
            <a:ext cx="8613322" cy="369332"/>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My business requirements and needs are to find:</a:t>
            </a:r>
          </a:p>
        </p:txBody>
      </p:sp>
      <p:sp>
        <p:nvSpPr>
          <p:cNvPr id="27" name="TextBox 26">
            <a:extLst>
              <a:ext uri="{FF2B5EF4-FFF2-40B4-BE49-F238E27FC236}">
                <a16:creationId xmlns:a16="http://schemas.microsoft.com/office/drawing/2014/main" id="{5B8FAB0B-0F24-B067-E2FC-039B5605CB4A}"/>
              </a:ext>
            </a:extLst>
          </p:cNvPr>
          <p:cNvSpPr txBox="1"/>
          <p:nvPr/>
        </p:nvSpPr>
        <p:spPr>
          <a:xfrm>
            <a:off x="747713" y="2673034"/>
            <a:ext cx="9021536" cy="338554"/>
          </a:xfrm>
          <a:prstGeom prst="rect">
            <a:avLst/>
          </a:prstGeom>
          <a:noFill/>
        </p:spPr>
        <p:txBody>
          <a:bodyPr wrap="square">
            <a:spAutoFit/>
          </a:bodyPr>
          <a:lstStyle/>
          <a:p>
            <a:r>
              <a:rPr lang="en-US" sz="1600" b="1" dirty="0">
                <a:latin typeface="Cambria" panose="02040503050406030204" pitchFamily="18" charset="0"/>
                <a:ea typeface="Cambria" panose="02040503050406030204" pitchFamily="18" charset="0"/>
              </a:rPr>
              <a:t>Identify children who may require further ASD assessment</a:t>
            </a:r>
          </a:p>
        </p:txBody>
      </p:sp>
      <p:sp>
        <p:nvSpPr>
          <p:cNvPr id="3" name="Prioritization Rationale">
            <a:extLst>
              <a:ext uri="{FF2B5EF4-FFF2-40B4-BE49-F238E27FC236}">
                <a16:creationId xmlns:a16="http://schemas.microsoft.com/office/drawing/2014/main" id="{7D4BE0CC-C3FD-9C4D-E700-A32C73CBF04E}"/>
              </a:ext>
            </a:extLst>
          </p:cNvPr>
          <p:cNvSpPr txBox="1"/>
          <p:nvPr/>
        </p:nvSpPr>
        <p:spPr>
          <a:xfrm>
            <a:off x="1114676" y="2973650"/>
            <a:ext cx="5788013" cy="500000"/>
          </a:xfrm>
          <a:prstGeom prst="rect">
            <a:avLst/>
          </a:prstGeom>
          <a:noFill/>
        </p:spPr>
        <p:txBody>
          <a:bodyPr wrap="square">
            <a:noAutofit/>
          </a:bodyPr>
          <a:lstStyle/>
          <a:p>
            <a:r>
              <a:rPr lang="en-US" sz="1200" i="1" dirty="0">
                <a:solidFill>
                  <a:srgbClr val="5A5A5A"/>
                </a:solidFill>
                <a:latin typeface="Calibri"/>
              </a:rPr>
              <a:t>Prioritized on three criteria: Data availability, Screening Score, and Screening classification. </a:t>
            </a:r>
          </a:p>
          <a:p>
            <a:r>
              <a:rPr lang="en-US" sz="1200" i="1" dirty="0">
                <a:solidFill>
                  <a:srgbClr val="5A5A5A"/>
                </a:solidFill>
                <a:latin typeface="Calibri"/>
              </a:rPr>
              <a:t>The KPI most likely to change the assessment outcome.</a:t>
            </a:r>
          </a:p>
        </p:txBody>
      </p:sp>
    </p:spTree>
    <p:extLst>
      <p:ext uri="{BB962C8B-B14F-4D97-AF65-F5344CB8AC3E}">
        <p14:creationId xmlns:p14="http://schemas.microsoft.com/office/powerpoint/2010/main" val="1827818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DAE6-EFD7-D299-E23D-F169406552BD}"/>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D772385-C82D-1BF8-CBA2-28425CFBFD06}"/>
              </a:ext>
            </a:extLst>
          </p:cNvPr>
          <p:cNvSpPr txBox="1"/>
          <p:nvPr/>
        </p:nvSpPr>
        <p:spPr>
          <a:xfrm>
            <a:off x="626533" y="722152"/>
            <a:ext cx="7467600" cy="461665"/>
          </a:xfrm>
          <a:prstGeom prst="rect">
            <a:avLst/>
          </a:prstGeom>
          <a:noFill/>
        </p:spPr>
        <p:txBody>
          <a:bodyPr wrap="square" rtlCol="0">
            <a:spAutoFit/>
          </a:bodyPr>
          <a:lstStyle/>
          <a:p>
            <a:r>
              <a:rPr lang="en-US" sz="2400" b="1" dirty="0">
                <a:latin typeface="Cambria" panose="02040503050406030204" pitchFamily="18" charset="0"/>
                <a:ea typeface="Cambria" panose="02040503050406030204" pitchFamily="18" charset="0"/>
              </a:rPr>
              <a:t>Data Dictionary &amp; Data Understanding:</a:t>
            </a:r>
          </a:p>
        </p:txBody>
      </p:sp>
      <p:graphicFrame>
        <p:nvGraphicFramePr>
          <p:cNvPr id="12" name="Table 11">
            <a:extLst>
              <a:ext uri="{FF2B5EF4-FFF2-40B4-BE49-F238E27FC236}">
                <a16:creationId xmlns:a16="http://schemas.microsoft.com/office/drawing/2014/main" id="{570FDD6A-C18A-3EC7-FE43-BD86E787814C}"/>
              </a:ext>
            </a:extLst>
          </p:cNvPr>
          <p:cNvGraphicFramePr>
            <a:graphicFrameLocks noGrp="1"/>
          </p:cNvGraphicFramePr>
          <p:nvPr>
            <p:extLst>
              <p:ext uri="{D42A27DB-BD31-4B8C-83A1-F6EECF244321}">
                <p14:modId xmlns:p14="http://schemas.microsoft.com/office/powerpoint/2010/main" val="3615819928"/>
              </p:ext>
            </p:extLst>
          </p:nvPr>
        </p:nvGraphicFramePr>
        <p:xfrm>
          <a:off x="839522" y="2419466"/>
          <a:ext cx="6118754" cy="935424"/>
        </p:xfrm>
        <a:graphic>
          <a:graphicData uri="http://schemas.openxmlformats.org/drawingml/2006/table">
            <a:tbl>
              <a:tblPr>
                <a:tableStyleId>{35758FB7-9AC5-4552-8A53-C91805E547FA}</a:tableStyleId>
              </a:tblPr>
              <a:tblGrid>
                <a:gridCol w="3059377">
                  <a:extLst>
                    <a:ext uri="{9D8B030D-6E8A-4147-A177-3AD203B41FA5}">
                      <a16:colId xmlns:a16="http://schemas.microsoft.com/office/drawing/2014/main" val="4007395012"/>
                    </a:ext>
                  </a:extLst>
                </a:gridCol>
                <a:gridCol w="3059377">
                  <a:extLst>
                    <a:ext uri="{9D8B030D-6E8A-4147-A177-3AD203B41FA5}">
                      <a16:colId xmlns:a16="http://schemas.microsoft.com/office/drawing/2014/main" val="494644176"/>
                    </a:ext>
                  </a:extLst>
                </a:gridCol>
              </a:tblGrid>
              <a:tr h="311808">
                <a:tc>
                  <a:txBody>
                    <a:bodyPr/>
                    <a:lstStyle/>
                    <a:p>
                      <a:pPr algn="ctr">
                        <a:buNone/>
                      </a:pPr>
                      <a:r>
                        <a:rPr lang="en-US" sz="1200" dirty="0">
                          <a:latin typeface="Cambria" panose="02040503050406030204" pitchFamily="18" charset="0"/>
                          <a:ea typeface="Cambria" panose="02040503050406030204" pitchFamily="18" charset="0"/>
                        </a:rPr>
                        <a:t>Screening Score</a:t>
                      </a:r>
                    </a:p>
                  </a:txBody>
                  <a:tcPr anchor="ctr"/>
                </a:tc>
                <a:tc>
                  <a:txBody>
                    <a:bodyPr/>
                    <a:lstStyle/>
                    <a:p>
                      <a:pPr algn="ctr">
                        <a:buNone/>
                      </a:pPr>
                      <a:r>
                        <a:rPr lang="en-US" sz="1200" dirty="0">
                          <a:latin typeface="Cambria" panose="02040503050406030204" pitchFamily="18" charset="0"/>
                          <a:ea typeface="Cambria" panose="02040503050406030204" pitchFamily="18" charset="0"/>
                        </a:rPr>
                        <a:t>Class</a:t>
                      </a:r>
                    </a:p>
                  </a:txBody>
                  <a:tcPr anchor="ctr"/>
                </a:tc>
                <a:extLst>
                  <a:ext uri="{0D108BD9-81ED-4DB2-BD59-A6C34878D82A}">
                    <a16:rowId xmlns:a16="http://schemas.microsoft.com/office/drawing/2014/main" val="1722767398"/>
                  </a:ext>
                </a:extLst>
              </a:tr>
              <a:tr h="311808">
                <a:tc>
                  <a:txBody>
                    <a:bodyPr/>
                    <a:lstStyle/>
                    <a:p>
                      <a:pPr algn="ctr">
                        <a:buNone/>
                      </a:pPr>
                      <a:r>
                        <a:rPr lang="en-US" sz="1200" dirty="0">
                          <a:latin typeface="Cambria" panose="02040503050406030204" pitchFamily="18" charset="0"/>
                          <a:ea typeface="Cambria" panose="02040503050406030204" pitchFamily="18" charset="0"/>
                        </a:rPr>
                        <a:t>0–3</a:t>
                      </a:r>
                    </a:p>
                  </a:txBody>
                  <a:tcPr anchor="ctr"/>
                </a:tc>
                <a:tc>
                  <a:txBody>
                    <a:bodyPr/>
                    <a:lstStyle/>
                    <a:p>
                      <a:pPr algn="ctr">
                        <a:buNone/>
                      </a:pPr>
                      <a:r>
                        <a:rPr lang="en-US" sz="1200" dirty="0">
                          <a:latin typeface="Cambria" panose="02040503050406030204" pitchFamily="18" charset="0"/>
                          <a:ea typeface="Cambria" panose="02040503050406030204" pitchFamily="18" charset="0"/>
                        </a:rPr>
                        <a:t>0    =  No ASD traits</a:t>
                      </a:r>
                    </a:p>
                  </a:txBody>
                  <a:tcPr anchor="ctr"/>
                </a:tc>
                <a:extLst>
                  <a:ext uri="{0D108BD9-81ED-4DB2-BD59-A6C34878D82A}">
                    <a16:rowId xmlns:a16="http://schemas.microsoft.com/office/drawing/2014/main" val="2872714034"/>
                  </a:ext>
                </a:extLst>
              </a:tr>
              <a:tr h="311808">
                <a:tc>
                  <a:txBody>
                    <a:bodyPr/>
                    <a:lstStyle/>
                    <a:p>
                      <a:pPr algn="ctr">
                        <a:buNone/>
                      </a:pPr>
                      <a:r>
                        <a:rPr lang="en-US" sz="1200">
                          <a:latin typeface="Cambria" panose="02040503050406030204" pitchFamily="18" charset="0"/>
                          <a:ea typeface="Cambria" panose="02040503050406030204" pitchFamily="18" charset="0"/>
                        </a:rPr>
                        <a:t>4–10</a:t>
                      </a:r>
                    </a:p>
                  </a:txBody>
                  <a:tcPr anchor="ctr"/>
                </a:tc>
                <a:tc>
                  <a:txBody>
                    <a:bodyPr/>
                    <a:lstStyle/>
                    <a:p>
                      <a:pPr algn="ctr">
                        <a:buNone/>
                      </a:pPr>
                      <a:r>
                        <a:rPr lang="en-US" sz="1200" dirty="0">
                          <a:latin typeface="Cambria" panose="02040503050406030204" pitchFamily="18" charset="0"/>
                          <a:ea typeface="Cambria" panose="02040503050406030204" pitchFamily="18" charset="0"/>
                        </a:rPr>
                        <a:t>1     =   ASD traits</a:t>
                      </a:r>
                    </a:p>
                  </a:txBody>
                  <a:tcPr anchor="ctr"/>
                </a:tc>
                <a:extLst>
                  <a:ext uri="{0D108BD9-81ED-4DB2-BD59-A6C34878D82A}">
                    <a16:rowId xmlns:a16="http://schemas.microsoft.com/office/drawing/2014/main" val="2700355420"/>
                  </a:ext>
                </a:extLst>
              </a:tr>
            </a:tbl>
          </a:graphicData>
        </a:graphic>
      </p:graphicFrame>
      <p:sp>
        <p:nvSpPr>
          <p:cNvPr id="13" name="TextBox 12">
            <a:extLst>
              <a:ext uri="{FF2B5EF4-FFF2-40B4-BE49-F238E27FC236}">
                <a16:creationId xmlns:a16="http://schemas.microsoft.com/office/drawing/2014/main" id="{85FA1A88-96A6-1170-F309-19A5385FAFC5}"/>
              </a:ext>
            </a:extLst>
          </p:cNvPr>
          <p:cNvSpPr txBox="1"/>
          <p:nvPr/>
        </p:nvSpPr>
        <p:spPr>
          <a:xfrm>
            <a:off x="626533" y="1482762"/>
            <a:ext cx="6544733" cy="584775"/>
          </a:xfrm>
          <a:prstGeom prst="rect">
            <a:avLst/>
          </a:prstGeom>
          <a:noFill/>
        </p:spPr>
        <p:txBody>
          <a:bodyPr wrap="square" rtlCol="0">
            <a:spAutoFit/>
          </a:bodyPr>
          <a:lstStyle/>
          <a:p>
            <a:r>
              <a:rPr lang="en-US" sz="1600" dirty="0">
                <a:latin typeface="Cambria" panose="02040503050406030204" pitchFamily="18" charset="0"/>
                <a:ea typeface="Cambria" panose="02040503050406030204" pitchFamily="18" charset="0"/>
              </a:rPr>
              <a:t>I used the source data dictionary to understand the available fields and their clinical meaning, then standardized the dataset for reporting</a:t>
            </a:r>
          </a:p>
        </p:txBody>
      </p:sp>
      <p:graphicFrame>
        <p:nvGraphicFramePr>
          <p:cNvPr id="14" name="Object 13">
            <a:hlinkClick r:id="rId2" action="ppaction://hlinkfile"/>
            <a:extLst>
              <a:ext uri="{FF2B5EF4-FFF2-40B4-BE49-F238E27FC236}">
                <a16:creationId xmlns:a16="http://schemas.microsoft.com/office/drawing/2014/main" id="{BA0DCF99-A320-3057-710C-A052350D4CEB}"/>
              </a:ext>
            </a:extLst>
          </p:cNvPr>
          <p:cNvGraphicFramePr>
            <a:graphicFrameLocks noChangeAspect="1"/>
          </p:cNvGraphicFramePr>
          <p:nvPr>
            <p:extLst>
              <p:ext uri="{D42A27DB-BD31-4B8C-83A1-F6EECF244321}">
                <p14:modId xmlns:p14="http://schemas.microsoft.com/office/powerpoint/2010/main" val="4069392967"/>
              </p:ext>
            </p:extLst>
          </p:nvPr>
        </p:nvGraphicFramePr>
        <p:xfrm>
          <a:off x="693738" y="3747861"/>
          <a:ext cx="6708748" cy="764871"/>
        </p:xfrm>
        <a:graphic>
          <a:graphicData uri="http://schemas.openxmlformats.org/presentationml/2006/ole">
            <mc:AlternateContent xmlns:mc="http://schemas.openxmlformats.org/markup-compatibility/2006">
              <mc:Choice xmlns:v="urn:schemas-microsoft-com:vml" Requires="v">
                <p:oleObj name="Packager Shell Object" showAsIcon="1" r:id="rId3" imgW="4622867" imgH="526949" progId="Package">
                  <p:embed/>
                </p:oleObj>
              </mc:Choice>
              <mc:Fallback>
                <p:oleObj name="Packager Shell Object" showAsIcon="1" r:id="rId3" imgW="4622867" imgH="526949" progId="Package">
                  <p:embed/>
                  <p:pic>
                    <p:nvPicPr>
                      <p:cNvPr id="14" name="Object 13">
                        <a:hlinkClick r:id="rId2" action="ppaction://hlinkfile"/>
                        <a:extLst>
                          <a:ext uri="{FF2B5EF4-FFF2-40B4-BE49-F238E27FC236}">
                            <a16:creationId xmlns:a16="http://schemas.microsoft.com/office/drawing/2014/main" id="{BA0DCF99-A320-3057-710C-A052350D4CEB}"/>
                          </a:ext>
                        </a:extLst>
                      </p:cNvPr>
                      <p:cNvPicPr/>
                      <p:nvPr/>
                    </p:nvPicPr>
                    <p:blipFill>
                      <a:blip r:embed="rId4"/>
                      <a:stretch>
                        <a:fillRect/>
                      </a:stretch>
                    </p:blipFill>
                    <p:spPr>
                      <a:xfrm>
                        <a:off x="693738" y="3747861"/>
                        <a:ext cx="6708748" cy="764871"/>
                      </a:xfrm>
                      <a:prstGeom prst="rect">
                        <a:avLst/>
                      </a:prstGeom>
                    </p:spPr>
                  </p:pic>
                </p:oleObj>
              </mc:Fallback>
            </mc:AlternateContent>
          </a:graphicData>
        </a:graphic>
      </p:graphicFrame>
    </p:spTree>
    <p:extLst>
      <p:ext uri="{BB962C8B-B14F-4D97-AF65-F5344CB8AC3E}">
        <p14:creationId xmlns:p14="http://schemas.microsoft.com/office/powerpoint/2010/main" val="282934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19543-DAC0-DCA9-CB16-86704F7A5638}"/>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7049C4EF-D6A6-F7AD-39F0-4221BD7CB7AF}"/>
              </a:ext>
            </a:extLst>
          </p:cNvPr>
          <p:cNvSpPr>
            <a:spLocks noGrp="1"/>
          </p:cNvSpPr>
          <p:nvPr>
            <p:ph type="title"/>
          </p:nvPr>
        </p:nvSpPr>
        <p:spPr>
          <a:xfrm>
            <a:off x="747713" y="770516"/>
            <a:ext cx="7648574" cy="786384"/>
          </a:xfrm>
        </p:spPr>
        <p:txBody>
          <a:bodyPr/>
          <a:lstStyle/>
          <a:p>
            <a:r>
              <a:rPr lang="en-US" dirty="0">
                <a:solidFill>
                  <a:srgbClr val="0F297F"/>
                </a:solidFill>
                <a:latin typeface="Cambria" panose="02040503050406030204" pitchFamily="18" charset="0"/>
                <a:ea typeface="Cambria" panose="02040503050406030204" pitchFamily="18" charset="0"/>
              </a:rPr>
              <a:t>Data validation</a:t>
            </a:r>
          </a:p>
        </p:txBody>
      </p:sp>
      <p:sp>
        <p:nvSpPr>
          <p:cNvPr id="7" name="Date">
            <a:extLst>
              <a:ext uri="{FF2B5EF4-FFF2-40B4-BE49-F238E27FC236}">
                <a16:creationId xmlns:a16="http://schemas.microsoft.com/office/drawing/2014/main" id="{FAA6931A-027A-D38C-1CEE-808BDA6FD424}"/>
              </a:ext>
            </a:extLst>
          </p:cNvPr>
          <p:cNvSpPr>
            <a:spLocks noGrp="1"/>
          </p:cNvSpPr>
          <p:nvPr>
            <p:ph type="body" sz="quarter" idx="20"/>
          </p:nvPr>
        </p:nvSpPr>
        <p:spPr>
          <a:xfrm>
            <a:off x="897391" y="2282804"/>
            <a:ext cx="633416" cy="690241"/>
          </a:xfrm>
        </p:spPr>
        <p:txBody>
          <a:bodyPr/>
          <a:lstStyle/>
          <a:p>
            <a:r>
              <a:rPr lang="en-US" dirty="0"/>
              <a:t>20XX</a:t>
            </a:r>
          </a:p>
        </p:txBody>
      </p:sp>
      <p:sp>
        <p:nvSpPr>
          <p:cNvPr id="17" name="Date2">
            <a:extLst>
              <a:ext uri="{FF2B5EF4-FFF2-40B4-BE49-F238E27FC236}">
                <a16:creationId xmlns:a16="http://schemas.microsoft.com/office/drawing/2014/main" id="{93898C91-18FA-D23F-7151-71EE6AFE3C79}"/>
              </a:ext>
            </a:extLst>
          </p:cNvPr>
          <p:cNvSpPr>
            <a:spLocks noGrp="1"/>
          </p:cNvSpPr>
          <p:nvPr>
            <p:ph type="body" sz="quarter" idx="35"/>
          </p:nvPr>
        </p:nvSpPr>
        <p:spPr>
          <a:xfrm>
            <a:off x="4850566" y="2282804"/>
            <a:ext cx="633416" cy="690241"/>
          </a:xfrm>
        </p:spPr>
        <p:txBody>
          <a:bodyPr/>
          <a:lstStyle/>
          <a:p>
            <a:r>
              <a:rPr lang="en-US" dirty="0"/>
              <a:t>20XX</a:t>
            </a:r>
          </a:p>
        </p:txBody>
      </p:sp>
      <p:sp>
        <p:nvSpPr>
          <p:cNvPr id="16" name="Edu2">
            <a:extLst>
              <a:ext uri="{FF2B5EF4-FFF2-40B4-BE49-F238E27FC236}">
                <a16:creationId xmlns:a16="http://schemas.microsoft.com/office/drawing/2014/main" id="{D4746914-C807-45C1-D962-1BE6A863EADD}"/>
              </a:ext>
            </a:extLst>
          </p:cNvPr>
          <p:cNvSpPr>
            <a:spLocks noGrp="1"/>
          </p:cNvSpPr>
          <p:nvPr>
            <p:ph type="body" sz="quarter" idx="39"/>
          </p:nvPr>
        </p:nvSpPr>
        <p:spPr>
          <a:xfrm>
            <a:off x="5763616" y="2282825"/>
            <a:ext cx="2481263" cy="690563"/>
          </a:xfrm>
        </p:spPr>
        <p:txBody>
          <a:bodyPr/>
          <a:lstStyle/>
          <a:p>
            <a:r>
              <a:rPr lang="en-US" dirty="0"/>
              <a:t>BS, Aasha University</a:t>
            </a:r>
          </a:p>
        </p:txBody>
      </p:sp>
      <p:sp>
        <p:nvSpPr>
          <p:cNvPr id="15" name="Date3">
            <a:extLst>
              <a:ext uri="{FF2B5EF4-FFF2-40B4-BE49-F238E27FC236}">
                <a16:creationId xmlns:a16="http://schemas.microsoft.com/office/drawing/2014/main" id="{55B84C8C-D865-4CF8-01C5-972F7932DA7E}"/>
              </a:ext>
            </a:extLst>
          </p:cNvPr>
          <p:cNvSpPr>
            <a:spLocks noGrp="1"/>
          </p:cNvSpPr>
          <p:nvPr>
            <p:ph type="body" sz="quarter" idx="33"/>
          </p:nvPr>
        </p:nvSpPr>
        <p:spPr>
          <a:xfrm>
            <a:off x="897391" y="3548572"/>
            <a:ext cx="633416" cy="690241"/>
          </a:xfrm>
        </p:spPr>
        <p:txBody>
          <a:bodyPr/>
          <a:lstStyle/>
          <a:p>
            <a:r>
              <a:rPr lang="en-US" dirty="0"/>
              <a:t>20XX</a:t>
            </a:r>
          </a:p>
        </p:txBody>
      </p:sp>
      <p:sp>
        <p:nvSpPr>
          <p:cNvPr id="18" name="Edu4">
            <a:extLst>
              <a:ext uri="{FF2B5EF4-FFF2-40B4-BE49-F238E27FC236}">
                <a16:creationId xmlns:a16="http://schemas.microsoft.com/office/drawing/2014/main" id="{45CC77DF-BB7E-064E-9C13-E10085EC73FA}"/>
              </a:ext>
            </a:extLst>
          </p:cNvPr>
          <p:cNvSpPr>
            <a:spLocks noGrp="1"/>
          </p:cNvSpPr>
          <p:nvPr>
            <p:ph type="body" sz="quarter" idx="41"/>
          </p:nvPr>
        </p:nvSpPr>
        <p:spPr>
          <a:xfrm>
            <a:off x="1808305" y="3547219"/>
            <a:ext cx="2481263" cy="690563"/>
          </a:xfrm>
        </p:spPr>
        <p:txBody>
          <a:bodyPr/>
          <a:lstStyle/>
          <a:p>
            <a:r>
              <a:rPr lang="en-US" dirty="0"/>
              <a:t>Lake Agate High School</a:t>
            </a:r>
          </a:p>
        </p:txBody>
      </p:sp>
      <p:sp>
        <p:nvSpPr>
          <p:cNvPr id="3" name="Date4">
            <a:extLst>
              <a:ext uri="{FF2B5EF4-FFF2-40B4-BE49-F238E27FC236}">
                <a16:creationId xmlns:a16="http://schemas.microsoft.com/office/drawing/2014/main" id="{E15D9CE0-F968-A413-096D-776A10A87A2B}"/>
              </a:ext>
            </a:extLst>
          </p:cNvPr>
          <p:cNvSpPr>
            <a:spLocks noGrp="1"/>
          </p:cNvSpPr>
          <p:nvPr>
            <p:ph type="body" sz="quarter" idx="37"/>
          </p:nvPr>
        </p:nvSpPr>
        <p:spPr>
          <a:xfrm>
            <a:off x="4850566" y="3548572"/>
            <a:ext cx="633416" cy="690241"/>
          </a:xfrm>
        </p:spPr>
        <p:txBody>
          <a:bodyPr/>
          <a:lstStyle/>
          <a:p>
            <a:r>
              <a:rPr lang="en-US" dirty="0"/>
              <a:t>20XX</a:t>
            </a:r>
          </a:p>
        </p:txBody>
      </p:sp>
      <p:sp>
        <p:nvSpPr>
          <p:cNvPr id="9" name="Edu3">
            <a:extLst>
              <a:ext uri="{FF2B5EF4-FFF2-40B4-BE49-F238E27FC236}">
                <a16:creationId xmlns:a16="http://schemas.microsoft.com/office/drawing/2014/main" id="{54A74F8B-DE0C-0836-9A36-A4DACEED1182}"/>
              </a:ext>
            </a:extLst>
          </p:cNvPr>
          <p:cNvSpPr>
            <a:spLocks noGrp="1"/>
          </p:cNvSpPr>
          <p:nvPr>
            <p:ph type="body" sz="quarter" idx="40"/>
          </p:nvPr>
        </p:nvSpPr>
        <p:spPr>
          <a:xfrm>
            <a:off x="5763616" y="3548572"/>
            <a:ext cx="2481263" cy="690563"/>
          </a:xfrm>
        </p:spPr>
        <p:txBody>
          <a:bodyPr/>
          <a:lstStyle/>
          <a:p>
            <a:r>
              <a:rPr lang="en-US" dirty="0"/>
              <a:t>AMA CPM certification </a:t>
            </a:r>
          </a:p>
        </p:txBody>
      </p:sp>
      <p:sp>
        <p:nvSpPr>
          <p:cNvPr id="5" name="Text Placeholder 4">
            <a:extLst>
              <a:ext uri="{FF2B5EF4-FFF2-40B4-BE49-F238E27FC236}">
                <a16:creationId xmlns:a16="http://schemas.microsoft.com/office/drawing/2014/main" id="{9E9FD4B0-0C66-E658-B647-4C9D83736D10}"/>
              </a:ext>
            </a:extLst>
          </p:cNvPr>
          <p:cNvSpPr>
            <a:spLocks noGrp="1"/>
          </p:cNvSpPr>
          <p:nvPr>
            <p:ph type="body" sz="quarter" idx="38"/>
          </p:nvPr>
        </p:nvSpPr>
        <p:spPr/>
        <p:txBody>
          <a:bodyPr/>
          <a:lstStyle/>
          <a:p>
            <a:endParaRPr lang="en-US" dirty="0"/>
          </a:p>
        </p:txBody>
      </p:sp>
      <p:sp>
        <p:nvSpPr>
          <p:cNvPr id="11" name="Rectangle: Rounded Corners 10">
            <a:extLst>
              <a:ext uri="{FF2B5EF4-FFF2-40B4-BE49-F238E27FC236}">
                <a16:creationId xmlns:a16="http://schemas.microsoft.com/office/drawing/2014/main" id="{915C76C6-C348-9C19-8DDE-7CBBAD7B6DC7}"/>
              </a:ext>
            </a:extLst>
          </p:cNvPr>
          <p:cNvSpPr/>
          <p:nvPr/>
        </p:nvSpPr>
        <p:spPr>
          <a:xfrm>
            <a:off x="644009" y="2004282"/>
            <a:ext cx="7985640" cy="2530928"/>
          </a:xfrm>
          <a:prstGeom prst="roundRect">
            <a:avLst/>
          </a:prstGeom>
          <a:solidFill>
            <a:srgbClr val="F5F1EE"/>
          </a:solidFill>
          <a:ln>
            <a:solidFill>
              <a:srgbClr val="F5F1EE"/>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424BA123-B29D-0B9A-95B5-35FE90A56CEF}"/>
              </a:ext>
            </a:extLst>
          </p:cNvPr>
          <p:cNvSpPr/>
          <p:nvPr/>
        </p:nvSpPr>
        <p:spPr>
          <a:xfrm>
            <a:off x="5266267" y="992723"/>
            <a:ext cx="2358316" cy="2530928"/>
          </a:xfrm>
          <a:prstGeom prst="roundRect">
            <a:avLst/>
          </a:prstGeom>
          <a:solidFill>
            <a:srgbClr val="F5F1EE"/>
          </a:solidFill>
          <a:ln>
            <a:solidFill>
              <a:srgbClr val="F5F1EE"/>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20" name="Picture 19" descr="The provided text is a snippet of Python code output displaying a DataFrame with columns for different attributes, including 'Region', 'Family member with ASD history', 'Who is completing the test', 'Age', 'Gender', and 'Screening Score', all of which have a count of 0.&#10;&#10;AI-generated content may be incorrect.">
            <a:extLst>
              <a:ext uri="{FF2B5EF4-FFF2-40B4-BE49-F238E27FC236}">
                <a16:creationId xmlns:a16="http://schemas.microsoft.com/office/drawing/2014/main" id="{55BB2757-C54F-007C-4E01-7D61F17D3DED}"/>
              </a:ext>
            </a:extLst>
          </p:cNvPr>
          <p:cNvPicPr>
            <a:picLocks noChangeAspect="1"/>
          </p:cNvPicPr>
          <p:nvPr/>
        </p:nvPicPr>
        <p:blipFill>
          <a:blip r:embed="rId3"/>
          <a:stretch>
            <a:fillRect/>
          </a:stretch>
        </p:blipFill>
        <p:spPr>
          <a:xfrm>
            <a:off x="5477354" y="495193"/>
            <a:ext cx="2038455" cy="4153113"/>
          </a:xfrm>
          <a:prstGeom prst="rect">
            <a:avLst/>
          </a:prstGeom>
        </p:spPr>
      </p:pic>
    </p:spTree>
    <p:extLst>
      <p:ext uri="{BB962C8B-B14F-4D97-AF65-F5344CB8AC3E}">
        <p14:creationId xmlns:p14="http://schemas.microsoft.com/office/powerpoint/2010/main" val="8195645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B8F88-ECC0-82CD-0D38-E80010A5C20D}"/>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0BE54BAA-AA52-C428-609B-F9C8BE609672}"/>
              </a:ext>
            </a:extLst>
          </p:cNvPr>
          <p:cNvSpPr>
            <a:spLocks noGrp="1"/>
          </p:cNvSpPr>
          <p:nvPr>
            <p:ph type="title"/>
          </p:nvPr>
        </p:nvSpPr>
        <p:spPr>
          <a:xfrm>
            <a:off x="747713" y="770516"/>
            <a:ext cx="7648574" cy="786384"/>
          </a:xfrm>
        </p:spPr>
        <p:txBody>
          <a:bodyPr/>
          <a:lstStyle/>
          <a:p>
            <a:r>
              <a:rPr lang="en-US" dirty="0">
                <a:solidFill>
                  <a:srgbClr val="0F297F"/>
                </a:solidFill>
                <a:latin typeface="Cambria" panose="02040503050406030204" pitchFamily="18" charset="0"/>
                <a:ea typeface="Cambria" panose="02040503050406030204" pitchFamily="18" charset="0"/>
              </a:rPr>
              <a:t>Data validation (SQL)</a:t>
            </a:r>
          </a:p>
        </p:txBody>
      </p:sp>
      <p:sp>
        <p:nvSpPr>
          <p:cNvPr id="7" name="Date">
            <a:extLst>
              <a:ext uri="{FF2B5EF4-FFF2-40B4-BE49-F238E27FC236}">
                <a16:creationId xmlns:a16="http://schemas.microsoft.com/office/drawing/2014/main" id="{5AB9D470-E309-42C4-4170-2BAEAF5CE65C}"/>
              </a:ext>
            </a:extLst>
          </p:cNvPr>
          <p:cNvSpPr>
            <a:spLocks noGrp="1"/>
          </p:cNvSpPr>
          <p:nvPr>
            <p:ph type="body" sz="quarter" idx="20"/>
          </p:nvPr>
        </p:nvSpPr>
        <p:spPr>
          <a:xfrm>
            <a:off x="897391" y="2282804"/>
            <a:ext cx="633416" cy="690241"/>
          </a:xfrm>
        </p:spPr>
        <p:txBody>
          <a:bodyPr/>
          <a:lstStyle/>
          <a:p>
            <a:r>
              <a:rPr lang="en-US" dirty="0"/>
              <a:t>20XX</a:t>
            </a:r>
          </a:p>
        </p:txBody>
      </p:sp>
      <p:sp>
        <p:nvSpPr>
          <p:cNvPr id="8" name="Edu">
            <a:extLst>
              <a:ext uri="{FF2B5EF4-FFF2-40B4-BE49-F238E27FC236}">
                <a16:creationId xmlns:a16="http://schemas.microsoft.com/office/drawing/2014/main" id="{1DEA4A87-ABC3-4FD4-5BF9-1491F153235E}"/>
              </a:ext>
            </a:extLst>
          </p:cNvPr>
          <p:cNvSpPr>
            <a:spLocks noGrp="1"/>
          </p:cNvSpPr>
          <p:nvPr>
            <p:ph type="body" sz="quarter" idx="38"/>
          </p:nvPr>
        </p:nvSpPr>
        <p:spPr>
          <a:xfrm>
            <a:off x="1809750" y="2282825"/>
            <a:ext cx="2481263" cy="690563"/>
          </a:xfrm>
        </p:spPr>
        <p:txBody>
          <a:bodyPr/>
          <a:lstStyle/>
          <a:p>
            <a:r>
              <a:rPr lang="en-US" dirty="0"/>
              <a:t>MBA, Aasha University</a:t>
            </a:r>
          </a:p>
        </p:txBody>
      </p:sp>
      <p:sp>
        <p:nvSpPr>
          <p:cNvPr id="17" name="Date2">
            <a:extLst>
              <a:ext uri="{FF2B5EF4-FFF2-40B4-BE49-F238E27FC236}">
                <a16:creationId xmlns:a16="http://schemas.microsoft.com/office/drawing/2014/main" id="{90388F23-2521-8134-ED2B-BF3177597FAF}"/>
              </a:ext>
            </a:extLst>
          </p:cNvPr>
          <p:cNvSpPr>
            <a:spLocks noGrp="1"/>
          </p:cNvSpPr>
          <p:nvPr>
            <p:ph type="body" sz="quarter" idx="35"/>
          </p:nvPr>
        </p:nvSpPr>
        <p:spPr>
          <a:xfrm>
            <a:off x="4850566" y="2282804"/>
            <a:ext cx="633416" cy="690241"/>
          </a:xfrm>
        </p:spPr>
        <p:txBody>
          <a:bodyPr/>
          <a:lstStyle/>
          <a:p>
            <a:r>
              <a:rPr lang="en-US" dirty="0"/>
              <a:t>20XX</a:t>
            </a:r>
          </a:p>
        </p:txBody>
      </p:sp>
      <p:sp>
        <p:nvSpPr>
          <p:cNvPr id="16" name="Edu2">
            <a:extLst>
              <a:ext uri="{FF2B5EF4-FFF2-40B4-BE49-F238E27FC236}">
                <a16:creationId xmlns:a16="http://schemas.microsoft.com/office/drawing/2014/main" id="{74E33D8C-99C6-A073-7582-838D0E1D3A4B}"/>
              </a:ext>
            </a:extLst>
          </p:cNvPr>
          <p:cNvSpPr>
            <a:spLocks noGrp="1"/>
          </p:cNvSpPr>
          <p:nvPr>
            <p:ph type="body" sz="quarter" idx="39"/>
          </p:nvPr>
        </p:nvSpPr>
        <p:spPr>
          <a:xfrm>
            <a:off x="5763616" y="2282825"/>
            <a:ext cx="2481263" cy="690563"/>
          </a:xfrm>
        </p:spPr>
        <p:txBody>
          <a:bodyPr/>
          <a:lstStyle/>
          <a:p>
            <a:r>
              <a:rPr lang="en-US" dirty="0"/>
              <a:t>BS, Aasha University</a:t>
            </a:r>
          </a:p>
        </p:txBody>
      </p:sp>
      <p:sp>
        <p:nvSpPr>
          <p:cNvPr id="15" name="Date3">
            <a:extLst>
              <a:ext uri="{FF2B5EF4-FFF2-40B4-BE49-F238E27FC236}">
                <a16:creationId xmlns:a16="http://schemas.microsoft.com/office/drawing/2014/main" id="{CD54F226-91C4-CAE9-8A57-049F30FAE810}"/>
              </a:ext>
            </a:extLst>
          </p:cNvPr>
          <p:cNvSpPr>
            <a:spLocks noGrp="1"/>
          </p:cNvSpPr>
          <p:nvPr>
            <p:ph type="body" sz="quarter" idx="33"/>
          </p:nvPr>
        </p:nvSpPr>
        <p:spPr>
          <a:xfrm>
            <a:off x="897391" y="3548572"/>
            <a:ext cx="633416" cy="690241"/>
          </a:xfrm>
        </p:spPr>
        <p:txBody>
          <a:bodyPr/>
          <a:lstStyle/>
          <a:p>
            <a:r>
              <a:rPr lang="en-US" dirty="0"/>
              <a:t>20XX</a:t>
            </a:r>
          </a:p>
        </p:txBody>
      </p:sp>
      <p:sp>
        <p:nvSpPr>
          <p:cNvPr id="18" name="Edu4">
            <a:extLst>
              <a:ext uri="{FF2B5EF4-FFF2-40B4-BE49-F238E27FC236}">
                <a16:creationId xmlns:a16="http://schemas.microsoft.com/office/drawing/2014/main" id="{081BE90C-E292-0B4B-C234-D0D82FB4CC60}"/>
              </a:ext>
            </a:extLst>
          </p:cNvPr>
          <p:cNvSpPr>
            <a:spLocks noGrp="1"/>
          </p:cNvSpPr>
          <p:nvPr>
            <p:ph type="body" sz="quarter" idx="41"/>
          </p:nvPr>
        </p:nvSpPr>
        <p:spPr>
          <a:xfrm>
            <a:off x="1808305" y="3547219"/>
            <a:ext cx="2481263" cy="690563"/>
          </a:xfrm>
        </p:spPr>
        <p:txBody>
          <a:bodyPr/>
          <a:lstStyle/>
          <a:p>
            <a:r>
              <a:rPr lang="en-US" dirty="0"/>
              <a:t>Lake Agate High School</a:t>
            </a:r>
          </a:p>
        </p:txBody>
      </p:sp>
      <p:sp>
        <p:nvSpPr>
          <p:cNvPr id="3" name="Date4">
            <a:extLst>
              <a:ext uri="{FF2B5EF4-FFF2-40B4-BE49-F238E27FC236}">
                <a16:creationId xmlns:a16="http://schemas.microsoft.com/office/drawing/2014/main" id="{01F3C0AA-A324-B8D2-0F92-8113868E2C4A}"/>
              </a:ext>
            </a:extLst>
          </p:cNvPr>
          <p:cNvSpPr>
            <a:spLocks noGrp="1"/>
          </p:cNvSpPr>
          <p:nvPr>
            <p:ph type="body" sz="quarter" idx="37"/>
          </p:nvPr>
        </p:nvSpPr>
        <p:spPr>
          <a:xfrm>
            <a:off x="4850566" y="3548572"/>
            <a:ext cx="633416" cy="690241"/>
          </a:xfrm>
        </p:spPr>
        <p:txBody>
          <a:bodyPr/>
          <a:lstStyle/>
          <a:p>
            <a:r>
              <a:rPr lang="en-US" dirty="0"/>
              <a:t>20XX</a:t>
            </a:r>
          </a:p>
        </p:txBody>
      </p:sp>
      <p:sp>
        <p:nvSpPr>
          <p:cNvPr id="9" name="Edu3">
            <a:extLst>
              <a:ext uri="{FF2B5EF4-FFF2-40B4-BE49-F238E27FC236}">
                <a16:creationId xmlns:a16="http://schemas.microsoft.com/office/drawing/2014/main" id="{24F472FE-F137-2083-4BE3-CEFC1ECD2EEA}"/>
              </a:ext>
            </a:extLst>
          </p:cNvPr>
          <p:cNvSpPr>
            <a:spLocks noGrp="1"/>
          </p:cNvSpPr>
          <p:nvPr>
            <p:ph type="body" sz="quarter" idx="40"/>
          </p:nvPr>
        </p:nvSpPr>
        <p:spPr>
          <a:xfrm>
            <a:off x="5763616" y="3548572"/>
            <a:ext cx="2481263" cy="690563"/>
          </a:xfrm>
        </p:spPr>
        <p:txBody>
          <a:bodyPr/>
          <a:lstStyle/>
          <a:p>
            <a:r>
              <a:rPr lang="en-US" dirty="0"/>
              <a:t>AMA CPM certification </a:t>
            </a:r>
          </a:p>
        </p:txBody>
      </p:sp>
      <p:sp>
        <p:nvSpPr>
          <p:cNvPr id="10" name="Rectangle: Rounded Corners 9">
            <a:extLst>
              <a:ext uri="{FF2B5EF4-FFF2-40B4-BE49-F238E27FC236}">
                <a16:creationId xmlns:a16="http://schemas.microsoft.com/office/drawing/2014/main" id="{9E5FCE8A-A36F-E9A2-7C60-0C8E4E15E5F2}"/>
              </a:ext>
            </a:extLst>
          </p:cNvPr>
          <p:cNvSpPr/>
          <p:nvPr/>
        </p:nvSpPr>
        <p:spPr>
          <a:xfrm>
            <a:off x="644009" y="2004282"/>
            <a:ext cx="7985640" cy="2530928"/>
          </a:xfrm>
          <a:prstGeom prst="roundRect">
            <a:avLst/>
          </a:prstGeom>
          <a:solidFill>
            <a:srgbClr val="F5F1EE"/>
          </a:solidFill>
          <a:ln>
            <a:solidFill>
              <a:srgbClr val="F5F1EE"/>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2" name="Picture 11" descr="The image shows a SQL query that filters data from a table named 'Data' to select rows where the number of ASD traits is less than or equal to 3 with a screening score greater than 3, or the number of ASD traits is positive with a screening score less than or equal to 3.&#10;&#10;AI-generated content may be incorrect.">
            <a:extLst>
              <a:ext uri="{FF2B5EF4-FFF2-40B4-BE49-F238E27FC236}">
                <a16:creationId xmlns:a16="http://schemas.microsoft.com/office/drawing/2014/main" id="{FB66223D-A961-D458-F0BB-A18488A9456C}"/>
              </a:ext>
            </a:extLst>
          </p:cNvPr>
          <p:cNvPicPr>
            <a:picLocks noChangeAspect="1"/>
          </p:cNvPicPr>
          <p:nvPr/>
        </p:nvPicPr>
        <p:blipFill>
          <a:blip r:embed="rId2"/>
          <a:stretch>
            <a:fillRect/>
          </a:stretch>
        </p:blipFill>
        <p:spPr>
          <a:xfrm>
            <a:off x="644009" y="1949551"/>
            <a:ext cx="3791145" cy="2552831"/>
          </a:xfrm>
          <a:prstGeom prst="rect">
            <a:avLst/>
          </a:prstGeom>
        </p:spPr>
      </p:pic>
      <p:pic>
        <p:nvPicPr>
          <p:cNvPr id="14" name="Picture 13" descr="The image shows a snippet of a SQL query filtering for toddlers' ages between 12 to 36 months, resulting in no rows.&#10;&#10;AI-generated content may be incorrect.">
            <a:extLst>
              <a:ext uri="{FF2B5EF4-FFF2-40B4-BE49-F238E27FC236}">
                <a16:creationId xmlns:a16="http://schemas.microsoft.com/office/drawing/2014/main" id="{5583C295-0279-51BE-6BB2-587BDBBD51CC}"/>
              </a:ext>
            </a:extLst>
          </p:cNvPr>
          <p:cNvPicPr>
            <a:picLocks noChangeAspect="1"/>
          </p:cNvPicPr>
          <p:nvPr/>
        </p:nvPicPr>
        <p:blipFill>
          <a:blip r:embed="rId3"/>
          <a:stretch>
            <a:fillRect/>
          </a:stretch>
        </p:blipFill>
        <p:spPr>
          <a:xfrm>
            <a:off x="4850566" y="1942672"/>
            <a:ext cx="2481263" cy="2540166"/>
          </a:xfrm>
          <a:prstGeom prst="rect">
            <a:avLst/>
          </a:prstGeom>
        </p:spPr>
      </p:pic>
    </p:spTree>
    <p:extLst>
      <p:ext uri="{BB962C8B-B14F-4D97-AF65-F5344CB8AC3E}">
        <p14:creationId xmlns:p14="http://schemas.microsoft.com/office/powerpoint/2010/main" val="1197739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30431BD3-5C9B-4697-D2ED-A935C1C8532F}"/>
              </a:ext>
            </a:extLst>
          </p:cNvPr>
          <p:cNvSpPr>
            <a:spLocks noGrp="1"/>
          </p:cNvSpPr>
          <p:nvPr>
            <p:ph type="title"/>
          </p:nvPr>
        </p:nvSpPr>
        <p:spPr>
          <a:xfrm>
            <a:off x="747713" y="770516"/>
            <a:ext cx="7648574" cy="786384"/>
          </a:xfrm>
        </p:spPr>
        <p:txBody>
          <a:bodyPr/>
          <a:lstStyle/>
          <a:p>
            <a:r>
              <a:rPr lang="en-US" dirty="0">
                <a:solidFill>
                  <a:srgbClr val="0F297F"/>
                </a:solidFill>
                <a:latin typeface="Cambria" panose="02040503050406030204" pitchFamily="18" charset="0"/>
                <a:ea typeface="Cambria" panose="02040503050406030204" pitchFamily="18" charset="0"/>
              </a:rPr>
              <a:t>Data Transformation</a:t>
            </a:r>
          </a:p>
        </p:txBody>
      </p:sp>
      <p:sp>
        <p:nvSpPr>
          <p:cNvPr id="7" name="Date">
            <a:extLst>
              <a:ext uri="{FF2B5EF4-FFF2-40B4-BE49-F238E27FC236}">
                <a16:creationId xmlns:a16="http://schemas.microsoft.com/office/drawing/2014/main" id="{2D7F0037-AA86-0A3F-FE42-306CFB5E8095}"/>
              </a:ext>
            </a:extLst>
          </p:cNvPr>
          <p:cNvSpPr>
            <a:spLocks noGrp="1"/>
          </p:cNvSpPr>
          <p:nvPr>
            <p:ph type="body" sz="quarter" idx="20"/>
          </p:nvPr>
        </p:nvSpPr>
        <p:spPr>
          <a:xfrm>
            <a:off x="897391" y="2282804"/>
            <a:ext cx="633416" cy="690241"/>
          </a:xfrm>
        </p:spPr>
        <p:txBody>
          <a:bodyPr/>
          <a:lstStyle/>
          <a:p>
            <a:r>
              <a:rPr lang="en-US" dirty="0"/>
              <a:t>20XX</a:t>
            </a:r>
          </a:p>
        </p:txBody>
      </p:sp>
      <p:sp>
        <p:nvSpPr>
          <p:cNvPr id="17" name="Date2">
            <a:extLst>
              <a:ext uri="{FF2B5EF4-FFF2-40B4-BE49-F238E27FC236}">
                <a16:creationId xmlns:a16="http://schemas.microsoft.com/office/drawing/2014/main" id="{B4A38450-99FC-3987-ECCB-B4D15720F650}"/>
              </a:ext>
            </a:extLst>
          </p:cNvPr>
          <p:cNvSpPr>
            <a:spLocks noGrp="1"/>
          </p:cNvSpPr>
          <p:nvPr>
            <p:ph type="body" sz="quarter" idx="35"/>
          </p:nvPr>
        </p:nvSpPr>
        <p:spPr>
          <a:xfrm>
            <a:off x="4850566" y="2282804"/>
            <a:ext cx="633416" cy="690241"/>
          </a:xfrm>
        </p:spPr>
        <p:txBody>
          <a:bodyPr/>
          <a:lstStyle/>
          <a:p>
            <a:r>
              <a:rPr lang="en-US" dirty="0"/>
              <a:t>20XX</a:t>
            </a:r>
          </a:p>
        </p:txBody>
      </p:sp>
      <p:sp>
        <p:nvSpPr>
          <p:cNvPr id="16" name="Edu2">
            <a:extLst>
              <a:ext uri="{FF2B5EF4-FFF2-40B4-BE49-F238E27FC236}">
                <a16:creationId xmlns:a16="http://schemas.microsoft.com/office/drawing/2014/main" id="{2EC837C6-E1E1-AFDA-CD5F-0BD435BBB477}"/>
              </a:ext>
            </a:extLst>
          </p:cNvPr>
          <p:cNvSpPr>
            <a:spLocks noGrp="1"/>
          </p:cNvSpPr>
          <p:nvPr>
            <p:ph type="body" sz="quarter" idx="39"/>
          </p:nvPr>
        </p:nvSpPr>
        <p:spPr>
          <a:xfrm>
            <a:off x="5763616" y="2282825"/>
            <a:ext cx="2481263" cy="690563"/>
          </a:xfrm>
        </p:spPr>
        <p:txBody>
          <a:bodyPr/>
          <a:lstStyle/>
          <a:p>
            <a:r>
              <a:rPr lang="en-US" dirty="0"/>
              <a:t>BS, Aasha University</a:t>
            </a:r>
          </a:p>
        </p:txBody>
      </p:sp>
      <p:sp>
        <p:nvSpPr>
          <p:cNvPr id="15" name="Date3">
            <a:extLst>
              <a:ext uri="{FF2B5EF4-FFF2-40B4-BE49-F238E27FC236}">
                <a16:creationId xmlns:a16="http://schemas.microsoft.com/office/drawing/2014/main" id="{627FCB37-48AD-49AF-893C-CF39C5789339}"/>
              </a:ext>
            </a:extLst>
          </p:cNvPr>
          <p:cNvSpPr>
            <a:spLocks noGrp="1"/>
          </p:cNvSpPr>
          <p:nvPr>
            <p:ph type="body" sz="quarter" idx="33"/>
          </p:nvPr>
        </p:nvSpPr>
        <p:spPr>
          <a:xfrm>
            <a:off x="897391" y="3548572"/>
            <a:ext cx="633416" cy="690241"/>
          </a:xfrm>
        </p:spPr>
        <p:txBody>
          <a:bodyPr/>
          <a:lstStyle/>
          <a:p>
            <a:r>
              <a:rPr lang="en-US" dirty="0"/>
              <a:t>20XX</a:t>
            </a:r>
          </a:p>
        </p:txBody>
      </p:sp>
      <p:sp>
        <p:nvSpPr>
          <p:cNvPr id="18" name="Edu4">
            <a:extLst>
              <a:ext uri="{FF2B5EF4-FFF2-40B4-BE49-F238E27FC236}">
                <a16:creationId xmlns:a16="http://schemas.microsoft.com/office/drawing/2014/main" id="{F49597C1-E76D-B79C-327D-FD273540B063}"/>
              </a:ext>
            </a:extLst>
          </p:cNvPr>
          <p:cNvSpPr>
            <a:spLocks noGrp="1"/>
          </p:cNvSpPr>
          <p:nvPr>
            <p:ph type="body" sz="quarter" idx="41"/>
          </p:nvPr>
        </p:nvSpPr>
        <p:spPr>
          <a:xfrm>
            <a:off x="1808305" y="3547219"/>
            <a:ext cx="2481263" cy="690563"/>
          </a:xfrm>
        </p:spPr>
        <p:txBody>
          <a:bodyPr/>
          <a:lstStyle/>
          <a:p>
            <a:r>
              <a:rPr lang="en-US" dirty="0"/>
              <a:t>Lake Agate High School</a:t>
            </a:r>
          </a:p>
        </p:txBody>
      </p:sp>
      <p:sp>
        <p:nvSpPr>
          <p:cNvPr id="3" name="Date4">
            <a:extLst>
              <a:ext uri="{FF2B5EF4-FFF2-40B4-BE49-F238E27FC236}">
                <a16:creationId xmlns:a16="http://schemas.microsoft.com/office/drawing/2014/main" id="{FB09A7E9-C4E1-F729-05B3-4E3CC66798DF}"/>
              </a:ext>
            </a:extLst>
          </p:cNvPr>
          <p:cNvSpPr>
            <a:spLocks noGrp="1"/>
          </p:cNvSpPr>
          <p:nvPr>
            <p:ph type="body" sz="quarter" idx="37"/>
          </p:nvPr>
        </p:nvSpPr>
        <p:spPr>
          <a:xfrm>
            <a:off x="4850566" y="3548572"/>
            <a:ext cx="633416" cy="690241"/>
          </a:xfrm>
        </p:spPr>
        <p:txBody>
          <a:bodyPr/>
          <a:lstStyle/>
          <a:p>
            <a:r>
              <a:rPr lang="en-US" dirty="0"/>
              <a:t>20XX</a:t>
            </a:r>
          </a:p>
        </p:txBody>
      </p:sp>
      <p:sp>
        <p:nvSpPr>
          <p:cNvPr id="9" name="Edu3">
            <a:extLst>
              <a:ext uri="{FF2B5EF4-FFF2-40B4-BE49-F238E27FC236}">
                <a16:creationId xmlns:a16="http://schemas.microsoft.com/office/drawing/2014/main" id="{ED7699A8-B2EB-7EA4-FF77-A07F1E4CA27C}"/>
              </a:ext>
            </a:extLst>
          </p:cNvPr>
          <p:cNvSpPr>
            <a:spLocks noGrp="1"/>
          </p:cNvSpPr>
          <p:nvPr>
            <p:ph type="body" sz="quarter" idx="40"/>
          </p:nvPr>
        </p:nvSpPr>
        <p:spPr>
          <a:xfrm>
            <a:off x="5763616" y="3548572"/>
            <a:ext cx="2481263" cy="690563"/>
          </a:xfrm>
        </p:spPr>
        <p:txBody>
          <a:bodyPr/>
          <a:lstStyle/>
          <a:p>
            <a:r>
              <a:rPr lang="en-US" dirty="0"/>
              <a:t>AMA CPM certification </a:t>
            </a:r>
          </a:p>
        </p:txBody>
      </p:sp>
      <p:sp>
        <p:nvSpPr>
          <p:cNvPr id="5" name="Text Placeholder 4">
            <a:extLst>
              <a:ext uri="{FF2B5EF4-FFF2-40B4-BE49-F238E27FC236}">
                <a16:creationId xmlns:a16="http://schemas.microsoft.com/office/drawing/2014/main" id="{E946D982-D36F-7EF5-0E5E-4CFDEA048A1B}"/>
              </a:ext>
            </a:extLst>
          </p:cNvPr>
          <p:cNvSpPr>
            <a:spLocks noGrp="1"/>
          </p:cNvSpPr>
          <p:nvPr>
            <p:ph type="body" sz="quarter" idx="38"/>
          </p:nvPr>
        </p:nvSpPr>
        <p:spPr/>
        <p:txBody>
          <a:bodyPr/>
          <a:lstStyle/>
          <a:p>
            <a:endParaRPr lang="en-US" dirty="0"/>
          </a:p>
        </p:txBody>
      </p:sp>
      <p:sp>
        <p:nvSpPr>
          <p:cNvPr id="11" name="Rectangle: Rounded Corners 10">
            <a:extLst>
              <a:ext uri="{FF2B5EF4-FFF2-40B4-BE49-F238E27FC236}">
                <a16:creationId xmlns:a16="http://schemas.microsoft.com/office/drawing/2014/main" id="{49473AA9-26C4-12CD-041E-44118B3905FC}"/>
              </a:ext>
            </a:extLst>
          </p:cNvPr>
          <p:cNvSpPr/>
          <p:nvPr/>
        </p:nvSpPr>
        <p:spPr>
          <a:xfrm>
            <a:off x="644009" y="2004282"/>
            <a:ext cx="7985640" cy="2530928"/>
          </a:xfrm>
          <a:prstGeom prst="roundRect">
            <a:avLst/>
          </a:prstGeom>
          <a:solidFill>
            <a:srgbClr val="F5F1EE"/>
          </a:solidFill>
          <a:ln>
            <a:solidFill>
              <a:srgbClr val="F5F1EE"/>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3" name="Picture 12" descr="The image is a data table from a SQL query, listing various behaviors and demographic information of individuals being screened for ASD (Autism Spectrum Disorder) in Makkah, categorized by whether the screening is negative or positive.&#10;&#10;AI-generated content may be incorrect.">
            <a:extLst>
              <a:ext uri="{FF2B5EF4-FFF2-40B4-BE49-F238E27FC236}">
                <a16:creationId xmlns:a16="http://schemas.microsoft.com/office/drawing/2014/main" id="{53AD49A6-9D12-0DAF-6DDE-2B065894A63E}"/>
              </a:ext>
            </a:extLst>
          </p:cNvPr>
          <p:cNvPicPr>
            <a:picLocks noChangeAspect="1"/>
          </p:cNvPicPr>
          <p:nvPr/>
        </p:nvPicPr>
        <p:blipFill>
          <a:blip r:embed="rId2"/>
          <a:stretch>
            <a:fillRect/>
          </a:stretch>
        </p:blipFill>
        <p:spPr>
          <a:xfrm>
            <a:off x="644009" y="1880822"/>
            <a:ext cx="6670615" cy="2777847"/>
          </a:xfrm>
          <a:prstGeom prst="rect">
            <a:avLst/>
          </a:prstGeom>
        </p:spPr>
      </p:pic>
    </p:spTree>
    <p:extLst>
      <p:ext uri="{BB962C8B-B14F-4D97-AF65-F5344CB8AC3E}">
        <p14:creationId xmlns:p14="http://schemas.microsoft.com/office/powerpoint/2010/main" val="3811743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00092-8B01-C771-2351-71CDAD3CCB7E}"/>
            </a:ext>
          </a:extLst>
        </p:cNvPr>
        <p:cNvGrpSpPr/>
        <p:nvPr/>
      </p:nvGrpSpPr>
      <p:grpSpPr>
        <a:xfrm>
          <a:off x="0" y="0"/>
          <a:ext cx="0" cy="0"/>
          <a:chOff x="0" y="0"/>
          <a:chExt cx="0" cy="0"/>
        </a:xfrm>
      </p:grpSpPr>
      <p:sp>
        <p:nvSpPr>
          <p:cNvPr id="19" name="Title 18">
            <a:extLst>
              <a:ext uri="{FF2B5EF4-FFF2-40B4-BE49-F238E27FC236}">
                <a16:creationId xmlns:a16="http://schemas.microsoft.com/office/drawing/2014/main" id="{6FAC5988-49ED-AFAF-16FB-3C40A13CADFE}"/>
              </a:ext>
            </a:extLst>
          </p:cNvPr>
          <p:cNvSpPr>
            <a:spLocks noGrp="1"/>
          </p:cNvSpPr>
          <p:nvPr>
            <p:ph type="title"/>
          </p:nvPr>
        </p:nvSpPr>
        <p:spPr>
          <a:xfrm>
            <a:off x="747713" y="770516"/>
            <a:ext cx="7648574" cy="786384"/>
          </a:xfrm>
        </p:spPr>
        <p:txBody>
          <a:bodyPr/>
          <a:lstStyle/>
          <a:p>
            <a:r>
              <a:rPr lang="en-US" dirty="0">
                <a:solidFill>
                  <a:srgbClr val="0F297F"/>
                </a:solidFill>
                <a:latin typeface="Cambria" panose="02040503050406030204" pitchFamily="18" charset="0"/>
                <a:ea typeface="Cambria" panose="02040503050406030204" pitchFamily="18" charset="0"/>
              </a:rPr>
              <a:t>Data Correlation</a:t>
            </a:r>
          </a:p>
        </p:txBody>
      </p:sp>
      <p:sp>
        <p:nvSpPr>
          <p:cNvPr id="7" name="Date">
            <a:extLst>
              <a:ext uri="{FF2B5EF4-FFF2-40B4-BE49-F238E27FC236}">
                <a16:creationId xmlns:a16="http://schemas.microsoft.com/office/drawing/2014/main" id="{D0691CE3-90BF-C891-F5DC-7ED826D22ABA}"/>
              </a:ext>
            </a:extLst>
          </p:cNvPr>
          <p:cNvSpPr>
            <a:spLocks noGrp="1"/>
          </p:cNvSpPr>
          <p:nvPr>
            <p:ph type="body" sz="quarter" idx="20"/>
          </p:nvPr>
        </p:nvSpPr>
        <p:spPr>
          <a:xfrm>
            <a:off x="897391" y="2282804"/>
            <a:ext cx="633416" cy="690241"/>
          </a:xfrm>
        </p:spPr>
        <p:txBody>
          <a:bodyPr/>
          <a:lstStyle/>
          <a:p>
            <a:r>
              <a:rPr lang="en-US" dirty="0"/>
              <a:t>20XX</a:t>
            </a:r>
          </a:p>
        </p:txBody>
      </p:sp>
      <p:sp>
        <p:nvSpPr>
          <p:cNvPr id="17" name="Date2">
            <a:extLst>
              <a:ext uri="{FF2B5EF4-FFF2-40B4-BE49-F238E27FC236}">
                <a16:creationId xmlns:a16="http://schemas.microsoft.com/office/drawing/2014/main" id="{AE077B03-6150-31AC-0A40-8B94DF603DB7}"/>
              </a:ext>
            </a:extLst>
          </p:cNvPr>
          <p:cNvSpPr>
            <a:spLocks noGrp="1"/>
          </p:cNvSpPr>
          <p:nvPr>
            <p:ph type="body" sz="quarter" idx="35"/>
          </p:nvPr>
        </p:nvSpPr>
        <p:spPr>
          <a:xfrm>
            <a:off x="4850566" y="2282804"/>
            <a:ext cx="633416" cy="690241"/>
          </a:xfrm>
        </p:spPr>
        <p:txBody>
          <a:bodyPr/>
          <a:lstStyle/>
          <a:p>
            <a:r>
              <a:rPr lang="en-US" dirty="0"/>
              <a:t>20XX</a:t>
            </a:r>
          </a:p>
        </p:txBody>
      </p:sp>
      <p:sp>
        <p:nvSpPr>
          <p:cNvPr id="16" name="Edu2">
            <a:extLst>
              <a:ext uri="{FF2B5EF4-FFF2-40B4-BE49-F238E27FC236}">
                <a16:creationId xmlns:a16="http://schemas.microsoft.com/office/drawing/2014/main" id="{C1E39DF8-30C7-4E13-F86B-D85A4F26174B}"/>
              </a:ext>
            </a:extLst>
          </p:cNvPr>
          <p:cNvSpPr>
            <a:spLocks noGrp="1"/>
          </p:cNvSpPr>
          <p:nvPr>
            <p:ph type="body" sz="quarter" idx="39"/>
          </p:nvPr>
        </p:nvSpPr>
        <p:spPr>
          <a:xfrm>
            <a:off x="5763616" y="2282825"/>
            <a:ext cx="2481263" cy="690563"/>
          </a:xfrm>
        </p:spPr>
        <p:txBody>
          <a:bodyPr/>
          <a:lstStyle/>
          <a:p>
            <a:r>
              <a:rPr lang="en-US" dirty="0"/>
              <a:t>BS, Aasha University</a:t>
            </a:r>
          </a:p>
        </p:txBody>
      </p:sp>
      <p:sp>
        <p:nvSpPr>
          <p:cNvPr id="15" name="Date3">
            <a:extLst>
              <a:ext uri="{FF2B5EF4-FFF2-40B4-BE49-F238E27FC236}">
                <a16:creationId xmlns:a16="http://schemas.microsoft.com/office/drawing/2014/main" id="{B419473A-0DA1-64F3-6DBC-FA0F49B9B121}"/>
              </a:ext>
            </a:extLst>
          </p:cNvPr>
          <p:cNvSpPr>
            <a:spLocks noGrp="1"/>
          </p:cNvSpPr>
          <p:nvPr>
            <p:ph type="body" sz="quarter" idx="33"/>
          </p:nvPr>
        </p:nvSpPr>
        <p:spPr>
          <a:xfrm>
            <a:off x="897391" y="3548572"/>
            <a:ext cx="633416" cy="690241"/>
          </a:xfrm>
        </p:spPr>
        <p:txBody>
          <a:bodyPr/>
          <a:lstStyle/>
          <a:p>
            <a:r>
              <a:rPr lang="en-US" dirty="0"/>
              <a:t>20XX</a:t>
            </a:r>
          </a:p>
        </p:txBody>
      </p:sp>
      <p:sp>
        <p:nvSpPr>
          <p:cNvPr id="18" name="Edu4">
            <a:extLst>
              <a:ext uri="{FF2B5EF4-FFF2-40B4-BE49-F238E27FC236}">
                <a16:creationId xmlns:a16="http://schemas.microsoft.com/office/drawing/2014/main" id="{B581BD1F-2DE5-337E-0107-7AB89EFD23E3}"/>
              </a:ext>
            </a:extLst>
          </p:cNvPr>
          <p:cNvSpPr>
            <a:spLocks noGrp="1"/>
          </p:cNvSpPr>
          <p:nvPr>
            <p:ph type="body" sz="quarter" idx="41"/>
          </p:nvPr>
        </p:nvSpPr>
        <p:spPr>
          <a:xfrm>
            <a:off x="1808305" y="3547219"/>
            <a:ext cx="2481263" cy="690563"/>
          </a:xfrm>
        </p:spPr>
        <p:txBody>
          <a:bodyPr/>
          <a:lstStyle/>
          <a:p>
            <a:r>
              <a:rPr lang="en-US" dirty="0"/>
              <a:t>Lake Agate High School</a:t>
            </a:r>
          </a:p>
        </p:txBody>
      </p:sp>
      <p:sp>
        <p:nvSpPr>
          <p:cNvPr id="3" name="Date4">
            <a:extLst>
              <a:ext uri="{FF2B5EF4-FFF2-40B4-BE49-F238E27FC236}">
                <a16:creationId xmlns:a16="http://schemas.microsoft.com/office/drawing/2014/main" id="{8B0CA296-85D0-8645-5553-F4260C489B4F}"/>
              </a:ext>
            </a:extLst>
          </p:cNvPr>
          <p:cNvSpPr>
            <a:spLocks noGrp="1"/>
          </p:cNvSpPr>
          <p:nvPr>
            <p:ph type="body" sz="quarter" idx="37"/>
          </p:nvPr>
        </p:nvSpPr>
        <p:spPr>
          <a:xfrm>
            <a:off x="4850566" y="3548572"/>
            <a:ext cx="633416" cy="690241"/>
          </a:xfrm>
        </p:spPr>
        <p:txBody>
          <a:bodyPr/>
          <a:lstStyle/>
          <a:p>
            <a:r>
              <a:rPr lang="en-US" dirty="0"/>
              <a:t>20XX</a:t>
            </a:r>
          </a:p>
        </p:txBody>
      </p:sp>
      <p:sp>
        <p:nvSpPr>
          <p:cNvPr id="9" name="Edu3">
            <a:extLst>
              <a:ext uri="{FF2B5EF4-FFF2-40B4-BE49-F238E27FC236}">
                <a16:creationId xmlns:a16="http://schemas.microsoft.com/office/drawing/2014/main" id="{B39ABC59-00CA-A4D1-EF99-7743A10E9D40}"/>
              </a:ext>
            </a:extLst>
          </p:cNvPr>
          <p:cNvSpPr>
            <a:spLocks noGrp="1"/>
          </p:cNvSpPr>
          <p:nvPr>
            <p:ph type="body" sz="quarter" idx="40"/>
          </p:nvPr>
        </p:nvSpPr>
        <p:spPr>
          <a:xfrm>
            <a:off x="5763616" y="3548572"/>
            <a:ext cx="2481263" cy="690563"/>
          </a:xfrm>
        </p:spPr>
        <p:txBody>
          <a:bodyPr/>
          <a:lstStyle/>
          <a:p>
            <a:r>
              <a:rPr lang="en-US" dirty="0"/>
              <a:t>AMA CPM certification </a:t>
            </a:r>
          </a:p>
        </p:txBody>
      </p:sp>
      <p:sp>
        <p:nvSpPr>
          <p:cNvPr id="5" name="Text Placeholder 4">
            <a:extLst>
              <a:ext uri="{FF2B5EF4-FFF2-40B4-BE49-F238E27FC236}">
                <a16:creationId xmlns:a16="http://schemas.microsoft.com/office/drawing/2014/main" id="{658888A0-B528-280E-77F0-1C008A98B8DD}"/>
              </a:ext>
            </a:extLst>
          </p:cNvPr>
          <p:cNvSpPr>
            <a:spLocks noGrp="1"/>
          </p:cNvSpPr>
          <p:nvPr>
            <p:ph type="body" sz="quarter" idx="38"/>
          </p:nvPr>
        </p:nvSpPr>
        <p:spPr/>
        <p:txBody>
          <a:bodyPr/>
          <a:lstStyle/>
          <a:p>
            <a:endParaRPr lang="en-US" dirty="0"/>
          </a:p>
        </p:txBody>
      </p:sp>
      <p:sp>
        <p:nvSpPr>
          <p:cNvPr id="11" name="Rectangle: Rounded Corners 10">
            <a:extLst>
              <a:ext uri="{FF2B5EF4-FFF2-40B4-BE49-F238E27FC236}">
                <a16:creationId xmlns:a16="http://schemas.microsoft.com/office/drawing/2014/main" id="{B490131C-B08C-71C6-8ADA-624F1CA4600B}"/>
              </a:ext>
            </a:extLst>
          </p:cNvPr>
          <p:cNvSpPr/>
          <p:nvPr/>
        </p:nvSpPr>
        <p:spPr>
          <a:xfrm>
            <a:off x="644009" y="2004282"/>
            <a:ext cx="7985640" cy="2530928"/>
          </a:xfrm>
          <a:prstGeom prst="roundRect">
            <a:avLst/>
          </a:prstGeom>
          <a:solidFill>
            <a:srgbClr val="F5F1EE"/>
          </a:solidFill>
          <a:ln>
            <a:solidFill>
              <a:srgbClr val="F5F1EE"/>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8" name="Picture 7" descr="The image displays a table from a SQL query showing the number of family members with negative and positive screenings for ASD traits.&#10;&#10;AI-generated content may be incorrect.">
            <a:extLst>
              <a:ext uri="{FF2B5EF4-FFF2-40B4-BE49-F238E27FC236}">
                <a16:creationId xmlns:a16="http://schemas.microsoft.com/office/drawing/2014/main" id="{F5673C28-6F6E-2225-F639-80AE0EE07611}"/>
              </a:ext>
            </a:extLst>
          </p:cNvPr>
          <p:cNvPicPr>
            <a:picLocks noChangeAspect="1"/>
          </p:cNvPicPr>
          <p:nvPr/>
        </p:nvPicPr>
        <p:blipFill>
          <a:blip r:embed="rId2"/>
          <a:stretch>
            <a:fillRect/>
          </a:stretch>
        </p:blipFill>
        <p:spPr>
          <a:xfrm>
            <a:off x="572999" y="1923477"/>
            <a:ext cx="3435527" cy="2692538"/>
          </a:xfrm>
          <a:prstGeom prst="rect">
            <a:avLst/>
          </a:prstGeom>
        </p:spPr>
      </p:pic>
      <p:pic>
        <p:nvPicPr>
          <p:cNvPr id="10" name="Picture 9" descr="The image appears to be a heatmap or contour plot with numerical values, likely representing some form of statistical data or correlation matrix.&#10;&#10;AI-generated content may be incorrect.">
            <a:extLst>
              <a:ext uri="{FF2B5EF4-FFF2-40B4-BE49-F238E27FC236}">
                <a16:creationId xmlns:a16="http://schemas.microsoft.com/office/drawing/2014/main" id="{CDDB0ED5-0C05-2FDC-E821-A6085FE7F39E}"/>
              </a:ext>
            </a:extLst>
          </p:cNvPr>
          <p:cNvPicPr>
            <a:picLocks noChangeAspect="1"/>
          </p:cNvPicPr>
          <p:nvPr/>
        </p:nvPicPr>
        <p:blipFill>
          <a:blip r:embed="rId3"/>
          <a:stretch>
            <a:fillRect/>
          </a:stretch>
        </p:blipFill>
        <p:spPr>
          <a:xfrm>
            <a:off x="4368263" y="1033790"/>
            <a:ext cx="4099034" cy="3245223"/>
          </a:xfrm>
          <a:prstGeom prst="rect">
            <a:avLst/>
          </a:prstGeom>
        </p:spPr>
      </p:pic>
    </p:spTree>
    <p:extLst>
      <p:ext uri="{BB962C8B-B14F-4D97-AF65-F5344CB8AC3E}">
        <p14:creationId xmlns:p14="http://schemas.microsoft.com/office/powerpoint/2010/main" val="20606681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37959-CDCC-C0B9-D114-2B43DDFE2FE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47FE9D41-9DE9-EF67-9E4F-BD74578021AF}"/>
              </a:ext>
            </a:extLst>
          </p:cNvPr>
          <p:cNvSpPr txBox="1"/>
          <p:nvPr/>
        </p:nvSpPr>
        <p:spPr>
          <a:xfrm>
            <a:off x="626533" y="722152"/>
            <a:ext cx="3276600" cy="461665"/>
          </a:xfrm>
          <a:prstGeom prst="rect">
            <a:avLst/>
          </a:prstGeom>
          <a:noFill/>
        </p:spPr>
        <p:txBody>
          <a:bodyPr wrap="square" rtlCol="0">
            <a:spAutoFit/>
          </a:bodyPr>
          <a:lstStyle/>
          <a:p>
            <a:r>
              <a:rPr lang="en-US" sz="2400" b="1" dirty="0">
                <a:latin typeface="Cambria" panose="02040503050406030204" pitchFamily="18" charset="0"/>
                <a:ea typeface="Cambria" panose="02040503050406030204" pitchFamily="18" charset="0"/>
              </a:rPr>
              <a:t>Data Model:</a:t>
            </a:r>
          </a:p>
        </p:txBody>
      </p:sp>
      <p:pic>
        <p:nvPicPr>
          <p:cNvPr id="10" name="Picture 9" descr="The diagram illustrates a decision tree for identifying autism spectrum disorder (ASD) traits in children, with categories for age, comfort levels, eye contact, first words, and other behaviors.&#10;&#10;AI-generated content may be incorrect.">
            <a:extLst>
              <a:ext uri="{FF2B5EF4-FFF2-40B4-BE49-F238E27FC236}">
                <a16:creationId xmlns:a16="http://schemas.microsoft.com/office/drawing/2014/main" id="{ACDBAE75-9CF5-033F-435F-F9832A33D95B}"/>
              </a:ext>
            </a:extLst>
          </p:cNvPr>
          <p:cNvPicPr>
            <a:picLocks noChangeAspect="1"/>
          </p:cNvPicPr>
          <p:nvPr/>
        </p:nvPicPr>
        <p:blipFill>
          <a:blip r:embed="rId2"/>
          <a:stretch>
            <a:fillRect/>
          </a:stretch>
        </p:blipFill>
        <p:spPr>
          <a:xfrm>
            <a:off x="1159791" y="1625551"/>
            <a:ext cx="6382531" cy="2201382"/>
          </a:xfrm>
          <a:prstGeom prst="rect">
            <a:avLst/>
          </a:prstGeom>
        </p:spPr>
      </p:pic>
    </p:spTree>
    <p:extLst>
      <p:ext uri="{BB962C8B-B14F-4D97-AF65-F5344CB8AC3E}">
        <p14:creationId xmlns:p14="http://schemas.microsoft.com/office/powerpoint/2010/main" val="3453697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11847-D434-45FB-4612-45D136F8B01B}"/>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CD31D71-45C8-98BC-B04A-01E31C60B1E4}"/>
              </a:ext>
            </a:extLst>
          </p:cNvPr>
          <p:cNvSpPr txBox="1"/>
          <p:nvPr/>
        </p:nvSpPr>
        <p:spPr>
          <a:xfrm>
            <a:off x="626533" y="505328"/>
            <a:ext cx="3276600" cy="461665"/>
          </a:xfrm>
          <a:prstGeom prst="rect">
            <a:avLst/>
          </a:prstGeom>
          <a:noFill/>
        </p:spPr>
        <p:txBody>
          <a:bodyPr wrap="square" rtlCol="0">
            <a:spAutoFit/>
          </a:bodyPr>
          <a:lstStyle/>
          <a:p>
            <a:r>
              <a:rPr lang="en-US" sz="2400" b="1" dirty="0">
                <a:latin typeface="Cambria" panose="02040503050406030204" pitchFamily="18" charset="0"/>
                <a:ea typeface="Cambria" panose="02040503050406030204" pitchFamily="18" charset="0"/>
              </a:rPr>
              <a:t>Data Calculation:</a:t>
            </a:r>
          </a:p>
        </p:txBody>
      </p:sp>
      <p:pic>
        <p:nvPicPr>
          <p:cNvPr id="3" name="Picture 2" descr="The image appears to be a table or spreadsheet containing various columns such as Age, Gender, Screening Score, and different categories of ASD (Autism Spectrum Disorder) classifications, with entries detailing different age ranges and associated screening scores for different individuals.&#10;&#10;AI-generated content may be incorrect.">
            <a:extLst>
              <a:ext uri="{FF2B5EF4-FFF2-40B4-BE49-F238E27FC236}">
                <a16:creationId xmlns:a16="http://schemas.microsoft.com/office/drawing/2014/main" id="{2E1BE10C-A382-BA74-E94E-C538604E2AB9}"/>
              </a:ext>
            </a:extLst>
          </p:cNvPr>
          <p:cNvPicPr>
            <a:picLocks noChangeAspect="1"/>
          </p:cNvPicPr>
          <p:nvPr/>
        </p:nvPicPr>
        <p:blipFill>
          <a:blip r:embed="rId2"/>
          <a:srcRect r="20248"/>
          <a:stretch>
            <a:fillRect/>
          </a:stretch>
        </p:blipFill>
        <p:spPr>
          <a:xfrm>
            <a:off x="755358" y="952985"/>
            <a:ext cx="5899823" cy="1762739"/>
          </a:xfrm>
          <a:prstGeom prst="rect">
            <a:avLst/>
          </a:prstGeom>
        </p:spPr>
      </p:pic>
      <p:pic>
        <p:nvPicPr>
          <p:cNvPr id="5" name="Picture 4" descr="The image appears to be a table or database schema detailing attributes like age, gender, screening score, and categorizations of screening scores for various individuals, possibly for a health or developmental assessment.&#10;&#10;AI-generated content may be incorrect.">
            <a:extLst>
              <a:ext uri="{FF2B5EF4-FFF2-40B4-BE49-F238E27FC236}">
                <a16:creationId xmlns:a16="http://schemas.microsoft.com/office/drawing/2014/main" id="{2989D702-4070-D33E-D41C-19DC6D350588}"/>
              </a:ext>
            </a:extLst>
          </p:cNvPr>
          <p:cNvPicPr>
            <a:picLocks noChangeAspect="1"/>
          </p:cNvPicPr>
          <p:nvPr/>
        </p:nvPicPr>
        <p:blipFill>
          <a:blip r:embed="rId3"/>
          <a:stretch>
            <a:fillRect/>
          </a:stretch>
        </p:blipFill>
        <p:spPr>
          <a:xfrm>
            <a:off x="755359" y="2776877"/>
            <a:ext cx="5267122" cy="1823097"/>
          </a:xfrm>
          <a:prstGeom prst="rect">
            <a:avLst/>
          </a:prstGeom>
        </p:spPr>
      </p:pic>
    </p:spTree>
    <p:extLst>
      <p:ext uri="{BB962C8B-B14F-4D97-AF65-F5344CB8AC3E}">
        <p14:creationId xmlns:p14="http://schemas.microsoft.com/office/powerpoint/2010/main" val="742672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3BE61-CADC-6BF7-602A-C05B7532FD66}"/>
            </a:ext>
          </a:extLst>
        </p:cNvPr>
        <p:cNvGrpSpPr/>
        <p:nvPr/>
      </p:nvGrpSpPr>
      <p:grpSpPr>
        <a:xfrm>
          <a:off x="0" y="0"/>
          <a:ext cx="0" cy="0"/>
          <a:chOff x="0" y="0"/>
          <a:chExt cx="0" cy="0"/>
        </a:xfrm>
      </p:grpSpPr>
      <p:sp>
        <p:nvSpPr>
          <p:cNvPr id="12" name="Title 11">
            <a:extLst>
              <a:ext uri="{FF2B5EF4-FFF2-40B4-BE49-F238E27FC236}">
                <a16:creationId xmlns:a16="http://schemas.microsoft.com/office/drawing/2014/main" id="{E7C15276-3627-29B1-F83D-925D7C35B9B6}"/>
              </a:ext>
            </a:extLst>
          </p:cNvPr>
          <p:cNvSpPr>
            <a:spLocks noGrp="1"/>
          </p:cNvSpPr>
          <p:nvPr>
            <p:ph type="title"/>
          </p:nvPr>
        </p:nvSpPr>
        <p:spPr/>
        <p:txBody>
          <a:bodyPr/>
          <a:lstStyle/>
          <a:p>
            <a:r>
              <a:rPr lang="en-US" dirty="0">
                <a:solidFill>
                  <a:srgbClr val="0F297F"/>
                </a:solidFill>
                <a:latin typeface="Cambria" panose="02040503050406030204" pitchFamily="18" charset="0"/>
                <a:ea typeface="Cambria" panose="02040503050406030204" pitchFamily="18" charset="0"/>
              </a:rPr>
              <a:t>KPI </a:t>
            </a:r>
          </a:p>
        </p:txBody>
      </p:sp>
      <p:sp>
        <p:nvSpPr>
          <p:cNvPr id="19" name="Rectangle: Rounded Corners 18">
            <a:extLst>
              <a:ext uri="{FF2B5EF4-FFF2-40B4-BE49-F238E27FC236}">
                <a16:creationId xmlns:a16="http://schemas.microsoft.com/office/drawing/2014/main" id="{7AEDEBAD-91F1-46EE-DA77-6C2D60806B40}"/>
              </a:ext>
            </a:extLst>
          </p:cNvPr>
          <p:cNvSpPr/>
          <p:nvPr/>
        </p:nvSpPr>
        <p:spPr>
          <a:xfrm>
            <a:off x="880774" y="2081893"/>
            <a:ext cx="7250854" cy="2530928"/>
          </a:xfrm>
          <a:prstGeom prst="roundRect">
            <a:avLst/>
          </a:prstGeom>
          <a:solidFill>
            <a:srgbClr val="F5F1EE"/>
          </a:solidFill>
          <a:ln>
            <a:solidFill>
              <a:srgbClr val="F5F1EE"/>
            </a:solid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33C5CF2E-3D2F-23EC-BDF9-932E335596E9}"/>
              </a:ext>
            </a:extLst>
          </p:cNvPr>
          <p:cNvSpPr txBox="1"/>
          <p:nvPr/>
        </p:nvSpPr>
        <p:spPr>
          <a:xfrm>
            <a:off x="530678" y="2036462"/>
            <a:ext cx="8613322" cy="646331"/>
          </a:xfrm>
          <a:prstGeom prst="rect">
            <a:avLst/>
          </a:prstGeom>
          <a:noFill/>
        </p:spPr>
        <p:txBody>
          <a:bodyPr wrap="square">
            <a:spAutoFit/>
          </a:bodyPr>
          <a:lstStyle/>
          <a:p>
            <a:r>
              <a:rPr lang="en-US" dirty="0">
                <a:latin typeface="Cambria" panose="02040503050406030204" pitchFamily="18" charset="0"/>
                <a:ea typeface="Cambria" panose="02040503050406030204" pitchFamily="18" charset="0"/>
              </a:rPr>
              <a:t>The organization needs to monitor the effectiveness of the early ASD screening process.</a:t>
            </a:r>
          </a:p>
        </p:txBody>
      </p:sp>
      <p:graphicFrame>
        <p:nvGraphicFramePr>
          <p:cNvPr id="4" name="Table 3">
            <a:extLst>
              <a:ext uri="{FF2B5EF4-FFF2-40B4-BE49-F238E27FC236}">
                <a16:creationId xmlns:a16="http://schemas.microsoft.com/office/drawing/2014/main" id="{B203DDEA-926E-529E-917D-6D2767338988}"/>
              </a:ext>
            </a:extLst>
          </p:cNvPr>
          <p:cNvGraphicFramePr>
            <a:graphicFrameLocks noGrp="1"/>
          </p:cNvGraphicFramePr>
          <p:nvPr>
            <p:extLst>
              <p:ext uri="{D42A27DB-BD31-4B8C-83A1-F6EECF244321}">
                <p14:modId xmlns:p14="http://schemas.microsoft.com/office/powerpoint/2010/main" val="1888827650"/>
              </p:ext>
            </p:extLst>
          </p:nvPr>
        </p:nvGraphicFramePr>
        <p:xfrm>
          <a:off x="1727200" y="2571750"/>
          <a:ext cx="5230490" cy="2041071"/>
        </p:xfrm>
        <a:graphic>
          <a:graphicData uri="http://schemas.openxmlformats.org/drawingml/2006/table">
            <a:tbl>
              <a:tblPr>
                <a:tableStyleId>{35758FB7-9AC5-4552-8A53-C91805E547FA}</a:tableStyleId>
              </a:tblPr>
              <a:tblGrid>
                <a:gridCol w="5230490">
                  <a:extLst>
                    <a:ext uri="{9D8B030D-6E8A-4147-A177-3AD203B41FA5}">
                      <a16:colId xmlns:a16="http://schemas.microsoft.com/office/drawing/2014/main" val="1948587125"/>
                    </a:ext>
                  </a:extLst>
                </a:gridCol>
              </a:tblGrid>
              <a:tr h="262839">
                <a:tc>
                  <a:txBody>
                    <a:bodyPr/>
                    <a:lstStyle/>
                    <a:p>
                      <a:pPr algn="l">
                        <a:buNone/>
                      </a:pPr>
                      <a:r>
                        <a:rPr lang="en-US" sz="1000" dirty="0">
                          <a:latin typeface="Cambria" panose="02040503050406030204" pitchFamily="18" charset="0"/>
                          <a:ea typeface="Cambria" panose="02040503050406030204" pitchFamily="18" charset="0"/>
                        </a:rPr>
                        <a:t>Screening volume</a:t>
                      </a:r>
                    </a:p>
                  </a:txBody>
                  <a:tcPr marL="41087" marR="41087" marT="20543" marB="20543" anchor="ctr"/>
                </a:tc>
                <a:extLst>
                  <a:ext uri="{0D108BD9-81ED-4DB2-BD59-A6C34878D82A}">
                    <a16:rowId xmlns:a16="http://schemas.microsoft.com/office/drawing/2014/main" val="3485130535"/>
                  </a:ext>
                </a:extLst>
              </a:tr>
              <a:tr h="332205">
                <a:tc>
                  <a:txBody>
                    <a:bodyPr/>
                    <a:lstStyle/>
                    <a:p>
                      <a:pPr algn="l">
                        <a:buNone/>
                      </a:pPr>
                      <a:r>
                        <a:rPr lang="en-US" sz="1000" dirty="0">
                          <a:latin typeface="Cambria" panose="02040503050406030204" pitchFamily="18" charset="0"/>
                          <a:ea typeface="Cambria" panose="02040503050406030204" pitchFamily="18" charset="0"/>
                        </a:rPr>
                        <a:t>Positive screening total </a:t>
                      </a:r>
                    </a:p>
                  </a:txBody>
                  <a:tcPr marL="41087" marR="41087" marT="20543" marB="20543" anchor="ctr"/>
                </a:tc>
                <a:extLst>
                  <a:ext uri="{0D108BD9-81ED-4DB2-BD59-A6C34878D82A}">
                    <a16:rowId xmlns:a16="http://schemas.microsoft.com/office/drawing/2014/main" val="3188153942"/>
                  </a:ext>
                </a:extLst>
              </a:tr>
              <a:tr h="332205">
                <a:tc>
                  <a:txBody>
                    <a:bodyPr/>
                    <a:lstStyle/>
                    <a:p>
                      <a:pPr algn="l">
                        <a:buNone/>
                      </a:pPr>
                      <a:r>
                        <a:rPr lang="en-US" sz="1000" dirty="0">
                          <a:latin typeface="Cambria" panose="02040503050406030204" pitchFamily="18" charset="0"/>
                          <a:ea typeface="Cambria" panose="02040503050406030204" pitchFamily="18" charset="0"/>
                        </a:rPr>
                        <a:t>Positive Screening Rate</a:t>
                      </a:r>
                    </a:p>
                  </a:txBody>
                  <a:tcPr marL="41087" marR="41087" marT="20543" marB="20543" anchor="ctr"/>
                </a:tc>
                <a:extLst>
                  <a:ext uri="{0D108BD9-81ED-4DB2-BD59-A6C34878D82A}">
                    <a16:rowId xmlns:a16="http://schemas.microsoft.com/office/drawing/2014/main" val="2117103763"/>
                  </a:ext>
                </a:extLst>
              </a:tr>
              <a:tr h="285005">
                <a:tc>
                  <a:txBody>
                    <a:bodyPr/>
                    <a:lstStyle/>
                    <a:p>
                      <a:pPr algn="l">
                        <a:buNone/>
                      </a:pPr>
                      <a:r>
                        <a:rPr lang="en-US" sz="1000" dirty="0">
                          <a:latin typeface="Cambria" panose="02040503050406030204" pitchFamily="18" charset="0"/>
                          <a:ea typeface="Cambria" panose="02040503050406030204" pitchFamily="18" charset="0"/>
                        </a:rPr>
                        <a:t>Negative Screening total </a:t>
                      </a:r>
                    </a:p>
                  </a:txBody>
                  <a:tcPr marL="41087" marR="41087" marT="20543" marB="20543" anchor="ctr"/>
                </a:tc>
                <a:extLst>
                  <a:ext uri="{0D108BD9-81ED-4DB2-BD59-A6C34878D82A}">
                    <a16:rowId xmlns:a16="http://schemas.microsoft.com/office/drawing/2014/main" val="2026484202"/>
                  </a:ext>
                </a:extLst>
              </a:tr>
              <a:tr h="375485">
                <a:tc>
                  <a:txBody>
                    <a:bodyPr/>
                    <a:lstStyle/>
                    <a:p>
                      <a:pPr algn="l">
                        <a:buNone/>
                      </a:pPr>
                      <a:r>
                        <a:rPr lang="en-US" sz="1000" dirty="0">
                          <a:latin typeface="Cambria" panose="02040503050406030204" pitchFamily="18" charset="0"/>
                          <a:ea typeface="Cambria" panose="02040503050406030204" pitchFamily="18" charset="0"/>
                        </a:rPr>
                        <a:t>Average age per month that got a positive Screening</a:t>
                      </a:r>
                    </a:p>
                  </a:txBody>
                  <a:tcPr marL="41087" marR="41087" marT="20543" marB="20543" anchor="ctr"/>
                </a:tc>
                <a:extLst>
                  <a:ext uri="{0D108BD9-81ED-4DB2-BD59-A6C34878D82A}">
                    <a16:rowId xmlns:a16="http://schemas.microsoft.com/office/drawing/2014/main" val="1348880404"/>
                  </a:ext>
                </a:extLst>
              </a:tr>
              <a:tr h="45333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Cambria" panose="02040503050406030204" pitchFamily="18" charset="0"/>
                          <a:ea typeface="Cambria" panose="02040503050406030204" pitchFamily="18" charset="0"/>
                        </a:rPr>
                        <a:t>(Which groups show different screening patterns) Based on age and the score they achieve </a:t>
                      </a:r>
                    </a:p>
                    <a:p>
                      <a:pPr algn="l">
                        <a:buNone/>
                      </a:pPr>
                      <a:endParaRPr lang="en-US" sz="1000" dirty="0">
                        <a:latin typeface="Cambria" panose="02040503050406030204" pitchFamily="18" charset="0"/>
                        <a:ea typeface="Cambria" panose="02040503050406030204" pitchFamily="18" charset="0"/>
                      </a:endParaRPr>
                    </a:p>
                  </a:txBody>
                  <a:tcPr marL="41087" marR="41087" marT="20543" marB="20543" anchor="ctr"/>
                </a:tc>
                <a:extLst>
                  <a:ext uri="{0D108BD9-81ED-4DB2-BD59-A6C34878D82A}">
                    <a16:rowId xmlns:a16="http://schemas.microsoft.com/office/drawing/2014/main" val="754018658"/>
                  </a:ext>
                </a:extLst>
              </a:tr>
            </a:tbl>
          </a:graphicData>
        </a:graphic>
      </p:graphicFrame>
    </p:spTree>
    <p:extLst>
      <p:ext uri="{BB962C8B-B14F-4D97-AF65-F5344CB8AC3E}">
        <p14:creationId xmlns:p14="http://schemas.microsoft.com/office/powerpoint/2010/main" val="1699714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9D803-17D8-A9DF-09E8-B4285110D99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5CB076-DE18-A081-9BC8-6E6B21ADCC60}"/>
              </a:ext>
            </a:extLst>
          </p:cNvPr>
          <p:cNvSpPr txBox="1"/>
          <p:nvPr/>
        </p:nvSpPr>
        <p:spPr>
          <a:xfrm>
            <a:off x="626532" y="579500"/>
            <a:ext cx="5672667" cy="461665"/>
          </a:xfrm>
          <a:prstGeom prst="rect">
            <a:avLst/>
          </a:prstGeom>
          <a:noFill/>
        </p:spPr>
        <p:txBody>
          <a:bodyPr wrap="square" rtlCol="0">
            <a:spAutoFit/>
          </a:bodyPr>
          <a:lstStyle/>
          <a:p>
            <a:r>
              <a:rPr lang="en-US" sz="2400" b="1" dirty="0">
                <a:latin typeface="Cambria" panose="02040503050406030204" pitchFamily="18" charset="0"/>
                <a:ea typeface="Cambria" panose="02040503050406030204" pitchFamily="18" charset="0"/>
              </a:rPr>
              <a:t>Reporting and Analysis:</a:t>
            </a:r>
          </a:p>
        </p:txBody>
      </p:sp>
      <p:pic>
        <p:nvPicPr>
          <p:cNvPr id="4" name="Picture 3" descr="The image is a data visualization showing statistics on Autism Spectrum Disorder (ASD) screening, including screening volume, positive screening rates, demographic patterns, and age distribution, across various regions.&#10;&#10;AI-generated content may be incorrect.">
            <a:extLst>
              <a:ext uri="{FF2B5EF4-FFF2-40B4-BE49-F238E27FC236}">
                <a16:creationId xmlns:a16="http://schemas.microsoft.com/office/drawing/2014/main" id="{4BA45768-F379-3503-FBBB-05EE36E62C9B}"/>
              </a:ext>
            </a:extLst>
          </p:cNvPr>
          <p:cNvPicPr>
            <a:picLocks noChangeAspect="1"/>
          </p:cNvPicPr>
          <p:nvPr/>
        </p:nvPicPr>
        <p:blipFill>
          <a:blip r:embed="rId2"/>
          <a:stretch>
            <a:fillRect/>
          </a:stretch>
        </p:blipFill>
        <p:spPr>
          <a:xfrm>
            <a:off x="1471117" y="1071321"/>
            <a:ext cx="6153466" cy="3492679"/>
          </a:xfrm>
          <a:prstGeom prst="rect">
            <a:avLst/>
          </a:prstGeom>
        </p:spPr>
      </p:pic>
    </p:spTree>
    <p:extLst>
      <p:ext uri="{BB962C8B-B14F-4D97-AF65-F5344CB8AC3E}">
        <p14:creationId xmlns:p14="http://schemas.microsoft.com/office/powerpoint/2010/main" val="2875893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1408304009" descr="A group of people raising their hands">
            <a:extLst>
              <a:ext uri="{FF2B5EF4-FFF2-40B4-BE49-F238E27FC236}">
                <a16:creationId xmlns:a16="http://schemas.microsoft.com/office/drawing/2014/main" id="{8E1D55AF-F31C-333C-3B2C-540614F47F89}"/>
              </a:ext>
            </a:extLst>
          </p:cNvPr>
          <p:cNvPicPr>
            <a:picLocks noGrp="1" noChangeAspect="1"/>
          </p:cNvPicPr>
          <p:nvPr>
            <p:ph type="pic" sz="quarter" idx="12"/>
          </p:nvPr>
        </p:nvPicPr>
        <p:blipFill>
          <a:blip r:embed="rId2"/>
          <a:srcRect l="525" r="525"/>
          <a:stretch/>
        </p:blipFill>
        <p:spPr>
          <a:xfrm>
            <a:off x="6138500" y="747712"/>
            <a:ext cx="2242859" cy="1676398"/>
          </a:xfrm>
        </p:spPr>
      </p:pic>
      <p:pic>
        <p:nvPicPr>
          <p:cNvPr id="11" name="Stocksy_3704234" descr="A couple of women sitting on the floor looking at a paper">
            <a:extLst>
              <a:ext uri="{FF2B5EF4-FFF2-40B4-BE49-F238E27FC236}">
                <a16:creationId xmlns:a16="http://schemas.microsoft.com/office/drawing/2014/main" id="{FB995186-0562-5158-5C48-DEDAB33F81BE}"/>
              </a:ext>
            </a:extLst>
          </p:cNvPr>
          <p:cNvPicPr>
            <a:picLocks noGrp="1" noChangeAspect="1"/>
          </p:cNvPicPr>
          <p:nvPr>
            <p:ph type="pic" sz="quarter" idx="13"/>
          </p:nvPr>
        </p:nvPicPr>
        <p:blipFill>
          <a:blip r:embed="rId3"/>
          <a:srcRect l="385" r="385"/>
          <a:stretch/>
        </p:blipFill>
        <p:spPr>
          <a:xfrm>
            <a:off x="6138499" y="2719391"/>
            <a:ext cx="2242859" cy="1676398"/>
          </a:xfrm>
        </p:spPr>
      </p:pic>
      <p:sp>
        <p:nvSpPr>
          <p:cNvPr id="10" name="TextBox 9">
            <a:extLst>
              <a:ext uri="{FF2B5EF4-FFF2-40B4-BE49-F238E27FC236}">
                <a16:creationId xmlns:a16="http://schemas.microsoft.com/office/drawing/2014/main" id="{56142242-10A0-286B-8BC4-5606CA7C84C5}"/>
              </a:ext>
            </a:extLst>
          </p:cNvPr>
          <p:cNvSpPr txBox="1"/>
          <p:nvPr/>
        </p:nvSpPr>
        <p:spPr>
          <a:xfrm>
            <a:off x="626533" y="722152"/>
            <a:ext cx="3276600" cy="461665"/>
          </a:xfrm>
          <a:prstGeom prst="rect">
            <a:avLst/>
          </a:prstGeom>
          <a:noFill/>
        </p:spPr>
        <p:txBody>
          <a:bodyPr wrap="square" rtlCol="0">
            <a:spAutoFit/>
          </a:bodyPr>
          <a:lstStyle/>
          <a:p>
            <a:r>
              <a:rPr lang="en-US" sz="2400" b="1" dirty="0">
                <a:latin typeface="Cambria" panose="02040503050406030204" pitchFamily="18" charset="0"/>
                <a:ea typeface="Cambria" panose="02040503050406030204" pitchFamily="18" charset="0"/>
              </a:rPr>
              <a:t>Impact:</a:t>
            </a:r>
          </a:p>
        </p:txBody>
      </p:sp>
      <p:sp>
        <p:nvSpPr>
          <p:cNvPr id="2" name="Text Placeholder 12">
            <a:extLst>
              <a:ext uri="{FF2B5EF4-FFF2-40B4-BE49-F238E27FC236}">
                <a16:creationId xmlns:a16="http://schemas.microsoft.com/office/drawing/2014/main" id="{980D93F1-763F-AFED-233F-9895AF8B4D28}"/>
              </a:ext>
            </a:extLst>
          </p:cNvPr>
          <p:cNvSpPr>
            <a:spLocks noGrp="1"/>
          </p:cNvSpPr>
          <p:nvPr>
            <p:ph type="body" sz="quarter" idx="14"/>
          </p:nvPr>
        </p:nvSpPr>
        <p:spPr>
          <a:xfrm>
            <a:off x="564656" y="2124432"/>
            <a:ext cx="5162375" cy="2296915"/>
          </a:xfrm>
        </p:spPr>
        <p:txBody>
          <a:bodyPr>
            <a:normAutofit fontScale="82500" lnSpcReduction="20000"/>
          </a:bodyPr>
          <a:lstStyle/>
          <a:p>
            <a:pPr marL="228600" indent="-228600">
              <a:buFont typeface="Arial"/>
              <a:buChar char="•"/>
            </a:pPr>
            <a:r>
              <a:rPr lang="en-US" sz="1400" b="1" dirty="0">
                <a:solidFill>
                  <a:srgbClr val="1A1A2E"/>
                </a:solidFill>
                <a:latin typeface="Cambria" panose="02040503050406030204" pitchFamily="18" charset="0"/>
                <a:ea typeface="Cambria" panose="02040503050406030204" pitchFamily="18" charset="0"/>
              </a:rPr>
              <a:t>Score/age cross-tab shows the 30–36-month band carrying the highest count of 7-10 (high-trait) scores</a:t>
            </a:r>
            <a:r>
              <a:rPr lang="en-US" sz="1400" dirty="0">
                <a:solidFill>
                  <a:srgbClr val="1A1A2E"/>
                </a:solidFill>
                <a:latin typeface="Cambria" panose="02040503050406030204" pitchFamily="18" charset="0"/>
                <a:ea typeface="Cambria" panose="02040503050406030204" pitchFamily="18" charset="0"/>
              </a:rPr>
              <a:t>.</a:t>
            </a:r>
          </a:p>
          <a:p>
            <a:pPr marL="0" indent="0">
              <a:buNone/>
            </a:pPr>
            <a:endParaRPr lang="en-US" sz="1400" b="1" dirty="0">
              <a:solidFill>
                <a:srgbClr val="1A1A2E"/>
              </a:solidFill>
              <a:latin typeface="Cambria" panose="02040503050406030204" pitchFamily="18" charset="0"/>
              <a:ea typeface="Cambria" panose="02040503050406030204" pitchFamily="18" charset="0"/>
            </a:endParaRPr>
          </a:p>
          <a:p>
            <a:pPr marL="228600" indent="-228600">
              <a:buFont typeface="Arial"/>
              <a:buChar char="•"/>
            </a:pPr>
            <a:r>
              <a:rPr lang="en-US" sz="1400" b="1" dirty="0">
                <a:solidFill>
                  <a:srgbClr val="1A1A2E"/>
                </a:solidFill>
                <a:latin typeface="Cambria" panose="02040503050406030204" pitchFamily="18" charset="0"/>
                <a:ea typeface="Cambria" panose="02040503050406030204" pitchFamily="18" charset="0"/>
              </a:rPr>
              <a:t>Avg. age at positive screening is 25.02 months</a:t>
            </a:r>
            <a:r>
              <a:rPr lang="en-US" sz="1400" dirty="0">
                <a:solidFill>
                  <a:srgbClr val="1A1A2E"/>
                </a:solidFill>
                <a:latin typeface="Cambria" panose="02040503050406030204" pitchFamily="18" charset="0"/>
                <a:ea typeface="Cambria" panose="02040503050406030204" pitchFamily="18" charset="0"/>
              </a:rPr>
              <a:t>; roughly 11 months remain in the 12- 36-month window, so how quickly a child moves from screening to assessment matters a lot.</a:t>
            </a:r>
          </a:p>
          <a:p>
            <a:pPr marL="0" indent="0">
              <a:buNone/>
            </a:pPr>
            <a:endParaRPr lang="en-US" sz="1400" dirty="0">
              <a:solidFill>
                <a:srgbClr val="1A1A2E"/>
              </a:solidFill>
              <a:latin typeface="Cambria" panose="02040503050406030204" pitchFamily="18" charset="0"/>
              <a:ea typeface="Cambria" panose="02040503050406030204" pitchFamily="18" charset="0"/>
            </a:endParaRPr>
          </a:p>
          <a:p>
            <a:pPr marL="228600" indent="-228600">
              <a:buFont typeface="Arial"/>
              <a:buChar char="•"/>
            </a:pPr>
            <a:r>
              <a:rPr lang="en-US" sz="1400" b="1" dirty="0">
                <a:solidFill>
                  <a:srgbClr val="1A1A2E"/>
                </a:solidFill>
                <a:latin typeface="Cambria" panose="02040503050406030204" pitchFamily="18" charset="0"/>
                <a:ea typeface="Cambria" panose="02040503050406030204" pitchFamily="18" charset="0"/>
              </a:rPr>
              <a:t>67% positive rate (341/506)</a:t>
            </a:r>
            <a:r>
              <a:rPr lang="en-US" sz="1400" dirty="0">
                <a:solidFill>
                  <a:srgbClr val="1A1A2E"/>
                </a:solidFill>
                <a:latin typeface="Cambria" panose="02040503050406030204" pitchFamily="18" charset="0"/>
                <a:ea typeface="Cambria" panose="02040503050406030204" pitchFamily="18" charset="0"/>
              </a:rPr>
              <a:t> is well above general-population ASD-trait base rates.</a:t>
            </a:r>
          </a:p>
          <a:p>
            <a:pPr marL="0" indent="0">
              <a:buNone/>
            </a:pPr>
            <a:endParaRPr lang="en-US" sz="1400" dirty="0">
              <a:solidFill>
                <a:srgbClr val="1A1A2E"/>
              </a:solidFill>
              <a:latin typeface="Cambria" panose="02040503050406030204" pitchFamily="18" charset="0"/>
              <a:ea typeface="Cambria" panose="02040503050406030204" pitchFamily="18" charset="0"/>
            </a:endParaRPr>
          </a:p>
          <a:p>
            <a:pPr marL="228600" indent="-228600">
              <a:buFont typeface="Arial"/>
              <a:buChar char="•"/>
            </a:pPr>
            <a:r>
              <a:rPr lang="en-US" sz="1400" dirty="0">
                <a:solidFill>
                  <a:srgbClr val="1A1A2E"/>
                </a:solidFill>
                <a:latin typeface="Cambria" panose="02040503050406030204" pitchFamily="18" charset="0"/>
                <a:ea typeface="Cambria" panose="02040503050406030204" pitchFamily="18" charset="0"/>
              </a:rPr>
              <a:t>This is exactly the kind of early screening the study points to: catching ASD traits and related risks early enough to connect children with the right care before their needs become more serious.</a:t>
            </a:r>
          </a:p>
          <a:p>
            <a:pPr marL="228600" indent="-228600">
              <a:buFont typeface="Arial"/>
              <a:buChar char="•"/>
            </a:pPr>
            <a:endParaRPr lang="en-US" sz="1400" dirty="0">
              <a:solidFill>
                <a:srgbClr val="1A1A2E"/>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51473336"/>
      </p:ext>
    </p:extLst>
  </p:cSld>
  <p:clrMapOvr>
    <a:masterClrMapping/>
  </p:clrMapOvr>
</p:sld>
</file>

<file path=ppt/theme/theme1.xml><?xml version="1.0" encoding="utf-8"?>
<a:theme xmlns:a="http://schemas.openxmlformats.org/drawingml/2006/main" name="Custom">
  <a:themeElements>
    <a:clrScheme name="Custom 5">
      <a:dk1>
        <a:srgbClr val="000000"/>
      </a:dk1>
      <a:lt1>
        <a:srgbClr val="FFFFFF"/>
      </a:lt1>
      <a:dk2>
        <a:srgbClr val="B9C8D9"/>
      </a:dk2>
      <a:lt2>
        <a:srgbClr val="F5F1EE"/>
      </a:lt2>
      <a:accent1>
        <a:srgbClr val="FFD3B3"/>
      </a:accent1>
      <a:accent2>
        <a:srgbClr val="ED6E33"/>
      </a:accent2>
      <a:accent3>
        <a:srgbClr val="DCD3CC"/>
      </a:accent3>
      <a:accent4>
        <a:srgbClr val="F3B059"/>
      </a:accent4>
      <a:accent5>
        <a:srgbClr val="B6CBE3"/>
      </a:accent5>
      <a:accent6>
        <a:srgbClr val="F3CED7"/>
      </a:accent6>
      <a:hlink>
        <a:srgbClr val="09194B"/>
      </a:hlink>
      <a:folHlink>
        <a:srgbClr val="954F72"/>
      </a:folHlink>
    </a:clrScheme>
    <a:fontScheme name="Custom 57">
      <a:majorFont>
        <a:latin typeface="Work Sans"/>
        <a:ea typeface=""/>
        <a:cs typeface=""/>
      </a:majorFont>
      <a:minorFont>
        <a:latin typeface="DM Mon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vanced career resume_win32_KO_V8" id="{0E079713-2455-4AB0-A8BB-B480B6DDE63A}" vid="{8AEC37F3-C5C4-4404-BBDF-F4DD215D715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702B3C-46B0-4D8A-8E84-485BB4A445C4}">
  <ds:schemaRefs>
    <ds:schemaRef ds:uri="http://schemas.microsoft.com/office/2006/documentManagement/types"/>
    <ds:schemaRef ds:uri="http://schemas.microsoft.com/office/infopath/2007/PartnerControls"/>
    <ds:schemaRef ds:uri="http://purl.org/dc/terms/"/>
    <ds:schemaRef ds:uri="16c05727-aa75-4e4a-9b5f-8a80a1165891"/>
    <ds:schemaRef ds:uri="http://purl.org/dc/elements/1.1/"/>
    <ds:schemaRef ds:uri="http://www.w3.org/XML/1998/namespace"/>
    <ds:schemaRef ds:uri="http://schemas.microsoft.com/sharepoint/v3"/>
    <ds:schemaRef ds:uri="http://purl.org/dc/dcmitype/"/>
    <ds:schemaRef ds:uri="http://schemas.openxmlformats.org/package/2006/metadata/core-properties"/>
    <ds:schemaRef ds:uri="230e9df3-be65-4c73-a93b-d1236ebd677e"/>
    <ds:schemaRef ds:uri="71af3243-3dd4-4a8d-8c0d-dd76da1f02a5"/>
    <ds:schemaRef ds:uri="http://schemas.microsoft.com/office/2006/metadata/properties"/>
  </ds:schemaRefs>
</ds:datastoreItem>
</file>

<file path=customXml/itemProps2.xml><?xml version="1.0" encoding="utf-8"?>
<ds:datastoreItem xmlns:ds="http://schemas.openxmlformats.org/officeDocument/2006/customXml" ds:itemID="{86AB6B9E-5DB7-4114-AC38-336B6DED871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D3B3EDF-4EBC-4ED6-A2E8-66281E7E32B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Modern career resume slideshow</Template>
  <TotalTime>1741</TotalTime>
  <Words>522</Words>
  <Application>Microsoft Office PowerPoint</Application>
  <PresentationFormat>On-screen Show (16:9)</PresentationFormat>
  <Paragraphs>75</Paragraphs>
  <Slides>12</Slides>
  <Notes>1</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20" baseType="lpstr">
      <vt:lpstr>Arial</vt:lpstr>
      <vt:lpstr>Calibri</vt:lpstr>
      <vt:lpstr>Cambria</vt:lpstr>
      <vt:lpstr>DM Mono</vt:lpstr>
      <vt:lpstr>DM Sans</vt:lpstr>
      <vt:lpstr>Work Sans</vt:lpstr>
      <vt:lpstr>Custom</vt:lpstr>
      <vt:lpstr>Packager Shell Object</vt:lpstr>
      <vt:lpstr>PowerPoint Presentation</vt:lpstr>
      <vt:lpstr>Business requirements </vt:lpstr>
      <vt:lpstr>PowerPoint Presentation</vt:lpstr>
      <vt:lpstr>Data validation</vt:lpstr>
      <vt:lpstr>Data validation (SQL)</vt:lpstr>
      <vt:lpstr>Data Transformation</vt:lpstr>
      <vt:lpstr>Data Correlation</vt:lpstr>
      <vt:lpstr>PowerPoint Presentation</vt:lpstr>
      <vt:lpstr>PowerPoint Presentation</vt:lpstr>
      <vt:lpstr>KPI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wajd als</dc:creator>
  <cp:lastModifiedBy>wajd als</cp:lastModifiedBy>
  <cp:revision>3</cp:revision>
  <dcterms:created xsi:type="dcterms:W3CDTF">2026-08-19T16:15:09Z</dcterms:created>
  <dcterms:modified xsi:type="dcterms:W3CDTF">2026-08-23T17:48:05Z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